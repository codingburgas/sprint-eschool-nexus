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4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303A110D-428E-42F5-A690-97B0E0A7040E}">
          <p14:sldIdLst>
            <p14:sldId id="256"/>
            <p14:sldId id="257"/>
            <p14:sldId id="259"/>
            <p14:sldId id="258"/>
            <p14:sldId id="264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3D7CF6-2801-4FD1-8A1B-30A693093947}" v="112" dt="2025-03-25T19:24:02.193"/>
    <p1510:client id="{A6DF7082-19FC-485B-BF4B-8B9A350009AE}" v="9" dt="2025-03-25T19:24:25.370"/>
  </p1510:revLst>
</p1510:revInfo>
</file>

<file path=ppt/tableStyles.xml><?xml version="1.0" encoding="utf-8"?>
<a:tblStyleLst xmlns:a="http://schemas.openxmlformats.org/drawingml/2006/main" def="{20220526-14C0-48F1-BE9F-9233A396C7EA}">
  <a:tblStyle styleId="{20220526-14C0-48F1-BE9F-9233A396C7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dc4e38d7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5dc4e38d75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5c99e1ede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5c99e1ede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5bb3dc62f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5bb3dc62f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5c99e1ede3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5c99e1ede3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237375" y="3670025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000"/>
              <a:buFont typeface="Roboto Black"/>
              <a:buNone/>
              <a:defRPr sz="30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37375" y="4181150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TITLE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6411225" y="212190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16712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3"/>
          </p:nvPr>
        </p:nvSpPr>
        <p:spPr>
          <a:xfrm>
            <a:off x="6411225" y="304660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5167125" y="27979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5"/>
          </p:nvPr>
        </p:nvSpPr>
        <p:spPr>
          <a:xfrm>
            <a:off x="6411225" y="393545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5167125" y="36947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7"/>
          </p:nvPr>
        </p:nvSpPr>
        <p:spPr>
          <a:xfrm>
            <a:off x="725750" y="212190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282757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9"/>
          </p:nvPr>
        </p:nvSpPr>
        <p:spPr>
          <a:xfrm>
            <a:off x="725750" y="304660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13" hasCustomPrompt="1"/>
          </p:nvPr>
        </p:nvSpPr>
        <p:spPr>
          <a:xfrm>
            <a:off x="2827575" y="27979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4"/>
          </p:nvPr>
        </p:nvSpPr>
        <p:spPr>
          <a:xfrm>
            <a:off x="725750" y="393545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15" hasCustomPrompt="1"/>
          </p:nvPr>
        </p:nvSpPr>
        <p:spPr>
          <a:xfrm>
            <a:off x="2827575" y="36947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643488" y="20507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ctrTitle" idx="17"/>
          </p:nvPr>
        </p:nvSpPr>
        <p:spPr>
          <a:xfrm>
            <a:off x="643488" y="29749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8"/>
          </p:nvPr>
        </p:nvSpPr>
        <p:spPr>
          <a:xfrm>
            <a:off x="643488" y="38639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ctrTitle" idx="19"/>
          </p:nvPr>
        </p:nvSpPr>
        <p:spPr>
          <a:xfrm>
            <a:off x="6424513" y="20507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ctrTitle" idx="20"/>
          </p:nvPr>
        </p:nvSpPr>
        <p:spPr>
          <a:xfrm>
            <a:off x="6424513" y="29749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ctrTitle" idx="21"/>
          </p:nvPr>
        </p:nvSpPr>
        <p:spPr>
          <a:xfrm>
            <a:off x="6424513" y="38639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IMAGE">
  <p:cSld name="TITLE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ITLE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819931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6434656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3633931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ctrTitle"/>
          </p:nvPr>
        </p:nvSpPr>
        <p:spPr>
          <a:xfrm>
            <a:off x="726631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ctrTitle" idx="4"/>
          </p:nvPr>
        </p:nvSpPr>
        <p:spPr>
          <a:xfrm>
            <a:off x="6341356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ctrTitle" idx="5"/>
          </p:nvPr>
        </p:nvSpPr>
        <p:spPr>
          <a:xfrm>
            <a:off x="3540631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2080188" y="1291650"/>
            <a:ext cx="4910700" cy="256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ctrTitle"/>
          </p:nvPr>
        </p:nvSpPr>
        <p:spPr>
          <a:xfrm>
            <a:off x="2770350" y="1558300"/>
            <a:ext cx="3530400" cy="19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200">
                <a:solidFill>
                  <a:srgbClr val="0E2A4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ubTitle" idx="1"/>
          </p:nvPr>
        </p:nvSpPr>
        <p:spPr>
          <a:xfrm>
            <a:off x="2806800" y="1757550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800"/>
              <a:buNone/>
              <a:defRPr>
                <a:solidFill>
                  <a:srgbClr val="0E2A47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200">
                <a:solidFill>
                  <a:srgbClr val="0E2A47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+ INFOGRAPHY">
  <p:cSld name="TITLE_1_1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3874950" y="362507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2"/>
          </p:nvPr>
        </p:nvSpPr>
        <p:spPr>
          <a:xfrm>
            <a:off x="5813500" y="3639800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3"/>
          </p:nvPr>
        </p:nvSpPr>
        <p:spPr>
          <a:xfrm>
            <a:off x="1936387" y="36197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ctrTitle"/>
          </p:nvPr>
        </p:nvSpPr>
        <p:spPr>
          <a:xfrm>
            <a:off x="3533994" y="35033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ctrTitle" idx="4"/>
          </p:nvPr>
        </p:nvSpPr>
        <p:spPr>
          <a:xfrm>
            <a:off x="5472556" y="35234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ctrTitle" idx="5"/>
          </p:nvPr>
        </p:nvSpPr>
        <p:spPr>
          <a:xfrm>
            <a:off x="1595444" y="35033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92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Black"/>
              <a:buNone/>
              <a:defRPr sz="28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Light"/>
              <a:buChar char="●"/>
              <a:def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6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ctrTitle"/>
          </p:nvPr>
        </p:nvSpPr>
        <p:spPr>
          <a:xfrm>
            <a:off x="5237375" y="3670025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NEXUS</a:t>
            </a:r>
          </a:p>
        </p:txBody>
      </p:sp>
      <p:sp>
        <p:nvSpPr>
          <p:cNvPr id="110" name="Google Shape;110;p22"/>
          <p:cNvSpPr txBox="1">
            <a:spLocks noGrp="1"/>
          </p:cNvSpPr>
          <p:nvPr>
            <p:ph type="subTitle" idx="1"/>
          </p:nvPr>
        </p:nvSpPr>
        <p:spPr>
          <a:xfrm>
            <a:off x="5237375" y="4181150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Презентация за проектът ни</a:t>
            </a:r>
            <a:endParaRPr dirty="0"/>
          </a:p>
        </p:txBody>
      </p:sp>
      <p:sp>
        <p:nvSpPr>
          <p:cNvPr id="111" name="Google Shape;111;p22"/>
          <p:cNvSpPr/>
          <p:nvPr/>
        </p:nvSpPr>
        <p:spPr>
          <a:xfrm>
            <a:off x="2238757" y="4488644"/>
            <a:ext cx="816022" cy="427879"/>
          </a:xfrm>
          <a:custGeom>
            <a:avLst/>
            <a:gdLst/>
            <a:ahLst/>
            <a:cxnLst/>
            <a:rect l="l" t="t" r="r" b="b"/>
            <a:pathLst>
              <a:path w="34008" h="17832" extrusionOk="0">
                <a:moveTo>
                  <a:pt x="4203" y="0"/>
                </a:moveTo>
                <a:cubicBezTo>
                  <a:pt x="1847" y="0"/>
                  <a:pt x="0" y="1847"/>
                  <a:pt x="0" y="4203"/>
                </a:cubicBezTo>
                <a:lnTo>
                  <a:pt x="0" y="13629"/>
                </a:lnTo>
                <a:cubicBezTo>
                  <a:pt x="0" y="15921"/>
                  <a:pt x="1847" y="17832"/>
                  <a:pt x="4203" y="17832"/>
                </a:cubicBezTo>
                <a:lnTo>
                  <a:pt x="29804" y="17832"/>
                </a:lnTo>
                <a:cubicBezTo>
                  <a:pt x="32160" y="17832"/>
                  <a:pt x="34007" y="15921"/>
                  <a:pt x="34007" y="13629"/>
                </a:cubicBezTo>
                <a:lnTo>
                  <a:pt x="34007" y="4203"/>
                </a:lnTo>
                <a:cubicBezTo>
                  <a:pt x="34007" y="1847"/>
                  <a:pt x="32160" y="0"/>
                  <a:pt x="29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2"/>
          <p:cNvSpPr/>
          <p:nvPr/>
        </p:nvSpPr>
        <p:spPr>
          <a:xfrm>
            <a:off x="3470397" y="1215078"/>
            <a:ext cx="406499" cy="127245"/>
          </a:xfrm>
          <a:custGeom>
            <a:avLst/>
            <a:gdLst/>
            <a:ahLst/>
            <a:cxnLst/>
            <a:rect l="l" t="t" r="r" b="b"/>
            <a:pathLst>
              <a:path w="16941" h="5303" extrusionOk="0">
                <a:moveTo>
                  <a:pt x="8470" y="0"/>
                </a:moveTo>
                <a:cubicBezTo>
                  <a:pt x="5413" y="0"/>
                  <a:pt x="2357" y="1131"/>
                  <a:pt x="0" y="3392"/>
                </a:cubicBezTo>
                <a:lnTo>
                  <a:pt x="1783" y="5302"/>
                </a:lnTo>
                <a:cubicBezTo>
                  <a:pt x="3662" y="3487"/>
                  <a:pt x="6082" y="2580"/>
                  <a:pt x="8502" y="2580"/>
                </a:cubicBezTo>
                <a:cubicBezTo>
                  <a:pt x="10922" y="2580"/>
                  <a:pt x="13342" y="3487"/>
                  <a:pt x="15221" y="5302"/>
                </a:cubicBezTo>
                <a:lnTo>
                  <a:pt x="16940" y="3392"/>
                </a:lnTo>
                <a:cubicBezTo>
                  <a:pt x="14584" y="1131"/>
                  <a:pt x="11527" y="0"/>
                  <a:pt x="84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2"/>
          <p:cNvSpPr/>
          <p:nvPr/>
        </p:nvSpPr>
        <p:spPr>
          <a:xfrm>
            <a:off x="3559034" y="1342660"/>
            <a:ext cx="229224" cy="91349"/>
          </a:xfrm>
          <a:custGeom>
            <a:avLst/>
            <a:gdLst/>
            <a:ahLst/>
            <a:cxnLst/>
            <a:rect l="l" t="t" r="r" b="b"/>
            <a:pathLst>
              <a:path w="9553" h="3807" extrusionOk="0">
                <a:moveTo>
                  <a:pt x="4752" y="1"/>
                </a:moveTo>
                <a:cubicBezTo>
                  <a:pt x="3025" y="1"/>
                  <a:pt x="1306" y="654"/>
                  <a:pt x="0" y="1959"/>
                </a:cubicBezTo>
                <a:lnTo>
                  <a:pt x="1783" y="3806"/>
                </a:lnTo>
                <a:cubicBezTo>
                  <a:pt x="2611" y="3010"/>
                  <a:pt x="3678" y="2612"/>
                  <a:pt x="4744" y="2612"/>
                </a:cubicBezTo>
                <a:cubicBezTo>
                  <a:pt x="5811" y="2612"/>
                  <a:pt x="6878" y="3010"/>
                  <a:pt x="7706" y="3806"/>
                </a:cubicBezTo>
                <a:lnTo>
                  <a:pt x="9553" y="1959"/>
                </a:lnTo>
                <a:cubicBezTo>
                  <a:pt x="8215" y="654"/>
                  <a:pt x="6480" y="1"/>
                  <a:pt x="47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2"/>
          <p:cNvSpPr/>
          <p:nvPr/>
        </p:nvSpPr>
        <p:spPr>
          <a:xfrm>
            <a:off x="3624733" y="1459947"/>
            <a:ext cx="114624" cy="98403"/>
          </a:xfrm>
          <a:custGeom>
            <a:avLst/>
            <a:gdLst/>
            <a:ahLst/>
            <a:cxnLst/>
            <a:rect l="l" t="t" r="r" b="b"/>
            <a:pathLst>
              <a:path w="4777" h="4101" extrusionOk="0">
                <a:moveTo>
                  <a:pt x="2038" y="1"/>
                </a:moveTo>
                <a:cubicBezTo>
                  <a:pt x="892" y="1"/>
                  <a:pt x="0" y="892"/>
                  <a:pt x="0" y="2039"/>
                </a:cubicBezTo>
                <a:cubicBezTo>
                  <a:pt x="0" y="3288"/>
                  <a:pt x="992" y="4101"/>
                  <a:pt x="2047" y="4101"/>
                </a:cubicBezTo>
                <a:cubicBezTo>
                  <a:pt x="2552" y="4101"/>
                  <a:pt x="3071" y="3915"/>
                  <a:pt x="3503" y="3503"/>
                </a:cubicBezTo>
                <a:cubicBezTo>
                  <a:pt x="4777" y="2166"/>
                  <a:pt x="3885" y="1"/>
                  <a:pt x="20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2"/>
          <p:cNvSpPr/>
          <p:nvPr/>
        </p:nvSpPr>
        <p:spPr>
          <a:xfrm>
            <a:off x="3378712" y="1082122"/>
            <a:ext cx="589869" cy="163910"/>
          </a:xfrm>
          <a:custGeom>
            <a:avLst/>
            <a:gdLst/>
            <a:ahLst/>
            <a:cxnLst/>
            <a:rect l="l" t="t" r="r" b="b"/>
            <a:pathLst>
              <a:path w="24583" h="6831" extrusionOk="0">
                <a:moveTo>
                  <a:pt x="12291" y="1"/>
                </a:moveTo>
                <a:cubicBezTo>
                  <a:pt x="7865" y="1"/>
                  <a:pt x="3439" y="1641"/>
                  <a:pt x="0" y="4920"/>
                </a:cubicBezTo>
                <a:lnTo>
                  <a:pt x="1783" y="6831"/>
                </a:lnTo>
                <a:cubicBezTo>
                  <a:pt x="4713" y="3997"/>
                  <a:pt x="8502" y="2580"/>
                  <a:pt x="12291" y="2580"/>
                </a:cubicBezTo>
                <a:cubicBezTo>
                  <a:pt x="16081" y="2580"/>
                  <a:pt x="19870" y="3997"/>
                  <a:pt x="22799" y="6831"/>
                </a:cubicBezTo>
                <a:lnTo>
                  <a:pt x="24582" y="4920"/>
                </a:lnTo>
                <a:cubicBezTo>
                  <a:pt x="21143" y="1641"/>
                  <a:pt x="16717" y="1"/>
                  <a:pt x="1229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2"/>
          <p:cNvSpPr/>
          <p:nvPr/>
        </p:nvSpPr>
        <p:spPr>
          <a:xfrm>
            <a:off x="-157739" y="890821"/>
            <a:ext cx="3448945" cy="3969997"/>
          </a:xfrm>
          <a:custGeom>
            <a:avLst/>
            <a:gdLst/>
            <a:ahLst/>
            <a:cxnLst/>
            <a:rect l="l" t="t" r="r" b="b"/>
            <a:pathLst>
              <a:path w="143736" h="165451" extrusionOk="0">
                <a:moveTo>
                  <a:pt x="75084" y="96481"/>
                </a:moveTo>
                <a:cubicBezTo>
                  <a:pt x="75020" y="96545"/>
                  <a:pt x="74957" y="96609"/>
                  <a:pt x="74893" y="96609"/>
                </a:cubicBezTo>
                <a:cubicBezTo>
                  <a:pt x="74957" y="96545"/>
                  <a:pt x="75020" y="96545"/>
                  <a:pt x="75084" y="96481"/>
                </a:cubicBezTo>
                <a:close/>
                <a:moveTo>
                  <a:pt x="74000" y="97376"/>
                </a:moveTo>
                <a:cubicBezTo>
                  <a:pt x="73937" y="97501"/>
                  <a:pt x="73874" y="97565"/>
                  <a:pt x="73874" y="97691"/>
                </a:cubicBezTo>
                <a:lnTo>
                  <a:pt x="73874" y="97628"/>
                </a:lnTo>
                <a:cubicBezTo>
                  <a:pt x="73874" y="97564"/>
                  <a:pt x="73937" y="97501"/>
                  <a:pt x="74000" y="97376"/>
                </a:cubicBezTo>
                <a:close/>
                <a:moveTo>
                  <a:pt x="73618" y="98331"/>
                </a:moveTo>
                <a:lnTo>
                  <a:pt x="73618" y="98331"/>
                </a:lnTo>
                <a:cubicBezTo>
                  <a:pt x="73556" y="98458"/>
                  <a:pt x="73556" y="98648"/>
                  <a:pt x="73556" y="98838"/>
                </a:cubicBezTo>
                <a:lnTo>
                  <a:pt x="73556" y="98774"/>
                </a:lnTo>
                <a:cubicBezTo>
                  <a:pt x="73556" y="98648"/>
                  <a:pt x="73556" y="98458"/>
                  <a:pt x="73618" y="98331"/>
                </a:cubicBezTo>
                <a:close/>
                <a:moveTo>
                  <a:pt x="87375" y="108709"/>
                </a:moveTo>
                <a:cubicBezTo>
                  <a:pt x="87311" y="108709"/>
                  <a:pt x="87248" y="108772"/>
                  <a:pt x="87184" y="108836"/>
                </a:cubicBezTo>
                <a:lnTo>
                  <a:pt x="87120" y="108772"/>
                </a:lnTo>
                <a:cubicBezTo>
                  <a:pt x="87184" y="108772"/>
                  <a:pt x="87311" y="108709"/>
                  <a:pt x="87375" y="108709"/>
                </a:cubicBezTo>
                <a:close/>
                <a:moveTo>
                  <a:pt x="86929" y="108836"/>
                </a:moveTo>
                <a:cubicBezTo>
                  <a:pt x="86866" y="108900"/>
                  <a:pt x="86802" y="108963"/>
                  <a:pt x="86738" y="108963"/>
                </a:cubicBezTo>
                <a:lnTo>
                  <a:pt x="86675" y="108963"/>
                </a:lnTo>
                <a:cubicBezTo>
                  <a:pt x="86738" y="108963"/>
                  <a:pt x="86802" y="108900"/>
                  <a:pt x="86929" y="108836"/>
                </a:cubicBezTo>
                <a:close/>
                <a:moveTo>
                  <a:pt x="85783" y="109728"/>
                </a:moveTo>
                <a:cubicBezTo>
                  <a:pt x="85783" y="109855"/>
                  <a:pt x="85719" y="109919"/>
                  <a:pt x="85719" y="110046"/>
                </a:cubicBezTo>
                <a:lnTo>
                  <a:pt x="85656" y="110046"/>
                </a:lnTo>
                <a:cubicBezTo>
                  <a:pt x="85719" y="109919"/>
                  <a:pt x="85719" y="109855"/>
                  <a:pt x="85783" y="109728"/>
                </a:cubicBezTo>
                <a:close/>
                <a:moveTo>
                  <a:pt x="85592" y="110173"/>
                </a:moveTo>
                <a:cubicBezTo>
                  <a:pt x="85528" y="110301"/>
                  <a:pt x="85528" y="110428"/>
                  <a:pt x="85528" y="110492"/>
                </a:cubicBezTo>
                <a:lnTo>
                  <a:pt x="85465" y="110492"/>
                </a:lnTo>
                <a:cubicBezTo>
                  <a:pt x="85465" y="110428"/>
                  <a:pt x="85528" y="110301"/>
                  <a:pt x="85592" y="110173"/>
                </a:cubicBezTo>
                <a:close/>
                <a:moveTo>
                  <a:pt x="85401" y="110683"/>
                </a:moveTo>
                <a:cubicBezTo>
                  <a:pt x="85401" y="110810"/>
                  <a:pt x="85401" y="111001"/>
                  <a:pt x="85401" y="111192"/>
                </a:cubicBezTo>
                <a:lnTo>
                  <a:pt x="85337" y="111129"/>
                </a:lnTo>
                <a:cubicBezTo>
                  <a:pt x="85337" y="111001"/>
                  <a:pt x="85401" y="110810"/>
                  <a:pt x="85401" y="110683"/>
                </a:cubicBezTo>
                <a:close/>
                <a:moveTo>
                  <a:pt x="96291" y="112156"/>
                </a:moveTo>
                <a:cubicBezTo>
                  <a:pt x="96294" y="112284"/>
                  <a:pt x="96355" y="112469"/>
                  <a:pt x="96355" y="112593"/>
                </a:cubicBezTo>
                <a:lnTo>
                  <a:pt x="96355" y="112657"/>
                </a:lnTo>
                <a:cubicBezTo>
                  <a:pt x="96355" y="112470"/>
                  <a:pt x="96294" y="112284"/>
                  <a:pt x="96291" y="112156"/>
                </a:cubicBezTo>
                <a:close/>
                <a:moveTo>
                  <a:pt x="90432" y="113758"/>
                </a:moveTo>
                <a:lnTo>
                  <a:pt x="90432" y="113758"/>
                </a:lnTo>
                <a:cubicBezTo>
                  <a:pt x="90432" y="113879"/>
                  <a:pt x="90438" y="113997"/>
                  <a:pt x="90559" y="114058"/>
                </a:cubicBezTo>
                <a:lnTo>
                  <a:pt x="90559" y="114122"/>
                </a:lnTo>
                <a:cubicBezTo>
                  <a:pt x="90438" y="114001"/>
                  <a:pt x="90432" y="113879"/>
                  <a:pt x="90432" y="113758"/>
                </a:cubicBezTo>
                <a:close/>
                <a:moveTo>
                  <a:pt x="91260" y="113740"/>
                </a:moveTo>
                <a:cubicBezTo>
                  <a:pt x="91260" y="113994"/>
                  <a:pt x="91132" y="114185"/>
                  <a:pt x="90878" y="114185"/>
                </a:cubicBezTo>
                <a:lnTo>
                  <a:pt x="90814" y="114185"/>
                </a:lnTo>
                <a:cubicBezTo>
                  <a:pt x="91069" y="114185"/>
                  <a:pt x="91260" y="113994"/>
                  <a:pt x="91260" y="113740"/>
                </a:cubicBezTo>
                <a:close/>
                <a:moveTo>
                  <a:pt x="73556" y="122167"/>
                </a:moveTo>
                <a:cubicBezTo>
                  <a:pt x="73556" y="122287"/>
                  <a:pt x="73552" y="122408"/>
                  <a:pt x="73492" y="122528"/>
                </a:cubicBezTo>
                <a:lnTo>
                  <a:pt x="73492" y="122464"/>
                </a:lnTo>
                <a:cubicBezTo>
                  <a:pt x="73552" y="122404"/>
                  <a:pt x="73556" y="122287"/>
                  <a:pt x="73556" y="122167"/>
                </a:cubicBezTo>
                <a:close/>
                <a:moveTo>
                  <a:pt x="73236" y="122848"/>
                </a:moveTo>
                <a:cubicBezTo>
                  <a:pt x="73173" y="122911"/>
                  <a:pt x="73109" y="122974"/>
                  <a:pt x="72983" y="123037"/>
                </a:cubicBezTo>
                <a:lnTo>
                  <a:pt x="72983" y="122974"/>
                </a:lnTo>
                <a:cubicBezTo>
                  <a:pt x="73109" y="122974"/>
                  <a:pt x="73173" y="122911"/>
                  <a:pt x="73236" y="122848"/>
                </a:cubicBezTo>
                <a:close/>
                <a:moveTo>
                  <a:pt x="142143" y="18914"/>
                </a:moveTo>
                <a:lnTo>
                  <a:pt x="142143" y="121891"/>
                </a:lnTo>
                <a:cubicBezTo>
                  <a:pt x="142143" y="124884"/>
                  <a:pt x="139660" y="127368"/>
                  <a:pt x="136667" y="127368"/>
                </a:cubicBezTo>
                <a:lnTo>
                  <a:pt x="97947" y="127368"/>
                </a:lnTo>
                <a:lnTo>
                  <a:pt x="97947" y="117306"/>
                </a:lnTo>
                <a:lnTo>
                  <a:pt x="120172" y="117306"/>
                </a:lnTo>
                <a:lnTo>
                  <a:pt x="120172" y="115714"/>
                </a:lnTo>
                <a:lnTo>
                  <a:pt x="97947" y="115714"/>
                </a:lnTo>
                <a:lnTo>
                  <a:pt x="97947" y="112593"/>
                </a:lnTo>
                <a:cubicBezTo>
                  <a:pt x="97947" y="112339"/>
                  <a:pt x="97883" y="112084"/>
                  <a:pt x="97819" y="111829"/>
                </a:cubicBezTo>
                <a:lnTo>
                  <a:pt x="133673" y="111829"/>
                </a:lnTo>
                <a:lnTo>
                  <a:pt x="133673" y="110237"/>
                </a:lnTo>
                <a:lnTo>
                  <a:pt x="97119" y="110237"/>
                </a:lnTo>
                <a:cubicBezTo>
                  <a:pt x="96355" y="109154"/>
                  <a:pt x="95145" y="108581"/>
                  <a:pt x="93871" y="108581"/>
                </a:cubicBezTo>
                <a:lnTo>
                  <a:pt x="93744" y="108581"/>
                </a:lnTo>
                <a:cubicBezTo>
                  <a:pt x="92916" y="108581"/>
                  <a:pt x="92152" y="108836"/>
                  <a:pt x="91515" y="109345"/>
                </a:cubicBezTo>
                <a:cubicBezTo>
                  <a:pt x="90814" y="108008"/>
                  <a:pt x="89477" y="107180"/>
                  <a:pt x="88012" y="107116"/>
                </a:cubicBezTo>
                <a:lnTo>
                  <a:pt x="87885" y="107116"/>
                </a:lnTo>
                <a:cubicBezTo>
                  <a:pt x="87120" y="107116"/>
                  <a:pt x="86293" y="107371"/>
                  <a:pt x="85656" y="107817"/>
                </a:cubicBezTo>
                <a:cubicBezTo>
                  <a:pt x="84933" y="106371"/>
                  <a:pt x="83472" y="105534"/>
                  <a:pt x="81957" y="105534"/>
                </a:cubicBezTo>
                <a:cubicBezTo>
                  <a:pt x="81336" y="105534"/>
                  <a:pt x="80707" y="105674"/>
                  <a:pt x="80115" y="105970"/>
                </a:cubicBezTo>
                <a:lnTo>
                  <a:pt x="80115" y="98965"/>
                </a:lnTo>
                <a:cubicBezTo>
                  <a:pt x="80115" y="96736"/>
                  <a:pt x="78396" y="94889"/>
                  <a:pt x="76167" y="94762"/>
                </a:cubicBezTo>
                <a:lnTo>
                  <a:pt x="76039" y="94762"/>
                </a:lnTo>
                <a:cubicBezTo>
                  <a:pt x="73747" y="94762"/>
                  <a:pt x="71964" y="96609"/>
                  <a:pt x="71964" y="98838"/>
                </a:cubicBezTo>
                <a:lnTo>
                  <a:pt x="71964" y="121000"/>
                </a:lnTo>
                <a:lnTo>
                  <a:pt x="67824" y="118516"/>
                </a:lnTo>
                <a:cubicBezTo>
                  <a:pt x="67060" y="118134"/>
                  <a:pt x="66232" y="117879"/>
                  <a:pt x="65404" y="117879"/>
                </a:cubicBezTo>
                <a:cubicBezTo>
                  <a:pt x="61647" y="117879"/>
                  <a:pt x="59545" y="122337"/>
                  <a:pt x="62029" y="125203"/>
                </a:cubicBezTo>
                <a:lnTo>
                  <a:pt x="62093" y="125266"/>
                </a:lnTo>
                <a:lnTo>
                  <a:pt x="62156" y="125266"/>
                </a:lnTo>
                <a:lnTo>
                  <a:pt x="64258" y="127368"/>
                </a:lnTo>
                <a:lnTo>
                  <a:pt x="7070" y="127368"/>
                </a:lnTo>
                <a:cubicBezTo>
                  <a:pt x="4077" y="127368"/>
                  <a:pt x="1593" y="124948"/>
                  <a:pt x="1593" y="121891"/>
                </a:cubicBezTo>
                <a:lnTo>
                  <a:pt x="1593" y="18914"/>
                </a:lnTo>
                <a:close/>
                <a:moveTo>
                  <a:pt x="7070" y="0"/>
                </a:moveTo>
                <a:cubicBezTo>
                  <a:pt x="3185" y="0"/>
                  <a:pt x="1" y="3184"/>
                  <a:pt x="1" y="7069"/>
                </a:cubicBezTo>
                <a:lnTo>
                  <a:pt x="1" y="121891"/>
                </a:lnTo>
                <a:cubicBezTo>
                  <a:pt x="1" y="125776"/>
                  <a:pt x="3185" y="128960"/>
                  <a:pt x="7070" y="128960"/>
                </a:cubicBezTo>
                <a:lnTo>
                  <a:pt x="65914" y="128960"/>
                </a:lnTo>
                <a:lnTo>
                  <a:pt x="73811" y="136666"/>
                </a:lnTo>
                <a:cubicBezTo>
                  <a:pt x="74002" y="136857"/>
                  <a:pt x="74129" y="137112"/>
                  <a:pt x="74129" y="137366"/>
                </a:cubicBezTo>
                <a:lnTo>
                  <a:pt x="74129" y="143607"/>
                </a:lnTo>
                <a:lnTo>
                  <a:pt x="73365" y="143607"/>
                </a:lnTo>
                <a:lnTo>
                  <a:pt x="73365" y="163859"/>
                </a:lnTo>
                <a:lnTo>
                  <a:pt x="74129" y="163859"/>
                </a:lnTo>
                <a:lnTo>
                  <a:pt x="74129" y="165451"/>
                </a:lnTo>
                <a:lnTo>
                  <a:pt x="94699" y="165451"/>
                </a:lnTo>
                <a:lnTo>
                  <a:pt x="94699" y="163859"/>
                </a:lnTo>
                <a:lnTo>
                  <a:pt x="97055" y="163859"/>
                </a:lnTo>
                <a:lnTo>
                  <a:pt x="97055" y="143607"/>
                </a:lnTo>
                <a:lnTo>
                  <a:pt x="94699" y="143607"/>
                </a:lnTo>
                <a:lnTo>
                  <a:pt x="94699" y="137175"/>
                </a:lnTo>
                <a:cubicBezTo>
                  <a:pt x="94699" y="136857"/>
                  <a:pt x="94763" y="136602"/>
                  <a:pt x="94954" y="136347"/>
                </a:cubicBezTo>
                <a:lnTo>
                  <a:pt x="97183" y="132781"/>
                </a:lnTo>
                <a:cubicBezTo>
                  <a:pt x="97692" y="132017"/>
                  <a:pt x="97947" y="131189"/>
                  <a:pt x="97947" y="130297"/>
                </a:cubicBezTo>
                <a:lnTo>
                  <a:pt x="97947" y="128960"/>
                </a:lnTo>
                <a:lnTo>
                  <a:pt x="136667" y="128960"/>
                </a:lnTo>
                <a:cubicBezTo>
                  <a:pt x="140551" y="128960"/>
                  <a:pt x="143672" y="125776"/>
                  <a:pt x="143736" y="121891"/>
                </a:cubicBezTo>
                <a:lnTo>
                  <a:pt x="143736" y="7069"/>
                </a:lnTo>
                <a:cubicBezTo>
                  <a:pt x="143672" y="3121"/>
                  <a:pt x="140551" y="0"/>
                  <a:pt x="1366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2"/>
          <p:cNvSpPr/>
          <p:nvPr/>
        </p:nvSpPr>
        <p:spPr>
          <a:xfrm>
            <a:off x="36760" y="2657970"/>
            <a:ext cx="938276" cy="936765"/>
          </a:xfrm>
          <a:custGeom>
            <a:avLst/>
            <a:gdLst/>
            <a:ahLst/>
            <a:cxnLst/>
            <a:rect l="l" t="t" r="r" b="b"/>
            <a:pathLst>
              <a:path w="39103" h="39040" extrusionOk="0">
                <a:moveTo>
                  <a:pt x="19551" y="6369"/>
                </a:moveTo>
                <a:cubicBezTo>
                  <a:pt x="20761" y="6369"/>
                  <a:pt x="21971" y="6497"/>
                  <a:pt x="23118" y="6879"/>
                </a:cubicBezTo>
                <a:cubicBezTo>
                  <a:pt x="30123" y="8789"/>
                  <a:pt x="34199" y="16113"/>
                  <a:pt x="32225" y="23118"/>
                </a:cubicBezTo>
                <a:cubicBezTo>
                  <a:pt x="30632" y="28786"/>
                  <a:pt x="25474" y="32671"/>
                  <a:pt x="19551" y="32734"/>
                </a:cubicBezTo>
                <a:cubicBezTo>
                  <a:pt x="18341" y="32671"/>
                  <a:pt x="17131" y="32543"/>
                  <a:pt x="15985" y="32225"/>
                </a:cubicBezTo>
                <a:cubicBezTo>
                  <a:pt x="9617" y="30442"/>
                  <a:pt x="5605" y="24201"/>
                  <a:pt x="6496" y="17705"/>
                </a:cubicBezTo>
                <a:cubicBezTo>
                  <a:pt x="7388" y="11209"/>
                  <a:pt x="12992" y="6369"/>
                  <a:pt x="19551" y="6369"/>
                </a:cubicBezTo>
                <a:close/>
                <a:moveTo>
                  <a:pt x="18469" y="1"/>
                </a:moveTo>
                <a:lnTo>
                  <a:pt x="18596" y="2421"/>
                </a:lnTo>
                <a:cubicBezTo>
                  <a:pt x="16049" y="2548"/>
                  <a:pt x="13501" y="3249"/>
                  <a:pt x="11273" y="4523"/>
                </a:cubicBezTo>
                <a:lnTo>
                  <a:pt x="10063" y="2485"/>
                </a:lnTo>
                <a:cubicBezTo>
                  <a:pt x="8152" y="3504"/>
                  <a:pt x="6433" y="4905"/>
                  <a:pt x="4968" y="6560"/>
                </a:cubicBezTo>
                <a:lnTo>
                  <a:pt x="6751" y="8152"/>
                </a:lnTo>
                <a:cubicBezTo>
                  <a:pt x="5031" y="10063"/>
                  <a:pt x="3821" y="12356"/>
                  <a:pt x="3121" y="14776"/>
                </a:cubicBezTo>
                <a:lnTo>
                  <a:pt x="765" y="14139"/>
                </a:lnTo>
                <a:lnTo>
                  <a:pt x="765" y="14202"/>
                </a:lnTo>
                <a:cubicBezTo>
                  <a:pt x="255" y="15922"/>
                  <a:pt x="64" y="17705"/>
                  <a:pt x="0" y="19488"/>
                </a:cubicBezTo>
                <a:lnTo>
                  <a:pt x="0" y="20635"/>
                </a:lnTo>
                <a:lnTo>
                  <a:pt x="2420" y="20507"/>
                </a:lnTo>
                <a:cubicBezTo>
                  <a:pt x="2548" y="23055"/>
                  <a:pt x="3312" y="25538"/>
                  <a:pt x="4522" y="27831"/>
                </a:cubicBezTo>
                <a:lnTo>
                  <a:pt x="2420" y="28977"/>
                </a:lnTo>
                <a:cubicBezTo>
                  <a:pt x="3503" y="30888"/>
                  <a:pt x="4904" y="32607"/>
                  <a:pt x="6496" y="34072"/>
                </a:cubicBezTo>
                <a:lnTo>
                  <a:pt x="8088" y="32289"/>
                </a:lnTo>
                <a:cubicBezTo>
                  <a:pt x="9999" y="34008"/>
                  <a:pt x="12291" y="35282"/>
                  <a:pt x="14775" y="35982"/>
                </a:cubicBezTo>
                <a:lnTo>
                  <a:pt x="14202" y="38275"/>
                </a:lnTo>
                <a:lnTo>
                  <a:pt x="14266" y="38275"/>
                </a:lnTo>
                <a:cubicBezTo>
                  <a:pt x="15985" y="38784"/>
                  <a:pt x="17768" y="39039"/>
                  <a:pt x="19615" y="39039"/>
                </a:cubicBezTo>
                <a:lnTo>
                  <a:pt x="20761" y="39039"/>
                </a:lnTo>
                <a:lnTo>
                  <a:pt x="20634" y="36619"/>
                </a:lnTo>
                <a:cubicBezTo>
                  <a:pt x="23181" y="36492"/>
                  <a:pt x="25665" y="35728"/>
                  <a:pt x="27958" y="34454"/>
                </a:cubicBezTo>
                <a:lnTo>
                  <a:pt x="29104" y="36619"/>
                </a:lnTo>
                <a:cubicBezTo>
                  <a:pt x="31015" y="35537"/>
                  <a:pt x="32734" y="34136"/>
                  <a:pt x="34199" y="32480"/>
                </a:cubicBezTo>
                <a:lnTo>
                  <a:pt x="32416" y="30888"/>
                </a:lnTo>
                <a:cubicBezTo>
                  <a:pt x="34071" y="28977"/>
                  <a:pt x="35345" y="26685"/>
                  <a:pt x="36046" y="24265"/>
                </a:cubicBezTo>
                <a:lnTo>
                  <a:pt x="38402" y="24901"/>
                </a:lnTo>
                <a:cubicBezTo>
                  <a:pt x="38848" y="23182"/>
                  <a:pt x="39102" y="21399"/>
                  <a:pt x="39102" y="19552"/>
                </a:cubicBezTo>
                <a:cubicBezTo>
                  <a:pt x="39102" y="19170"/>
                  <a:pt x="39102" y="18788"/>
                  <a:pt x="39102" y="18406"/>
                </a:cubicBezTo>
                <a:lnTo>
                  <a:pt x="36619" y="18469"/>
                </a:lnTo>
                <a:cubicBezTo>
                  <a:pt x="36491" y="15922"/>
                  <a:pt x="35727" y="13438"/>
                  <a:pt x="34517" y="11209"/>
                </a:cubicBezTo>
                <a:lnTo>
                  <a:pt x="36619" y="10063"/>
                </a:lnTo>
                <a:cubicBezTo>
                  <a:pt x="35536" y="8089"/>
                  <a:pt x="34199" y="6369"/>
                  <a:pt x="32543" y="4905"/>
                </a:cubicBezTo>
                <a:lnTo>
                  <a:pt x="30951" y="6751"/>
                </a:lnTo>
                <a:cubicBezTo>
                  <a:pt x="29040" y="5032"/>
                  <a:pt x="26748" y="3758"/>
                  <a:pt x="24264" y="3058"/>
                </a:cubicBezTo>
                <a:lnTo>
                  <a:pt x="24901" y="765"/>
                </a:lnTo>
                <a:cubicBezTo>
                  <a:pt x="23181" y="256"/>
                  <a:pt x="21398" y="1"/>
                  <a:pt x="196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2"/>
          <p:cNvSpPr/>
          <p:nvPr/>
        </p:nvSpPr>
        <p:spPr>
          <a:xfrm>
            <a:off x="1655007" y="2725228"/>
            <a:ext cx="24" cy="2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2"/>
          <p:cNvSpPr/>
          <p:nvPr/>
        </p:nvSpPr>
        <p:spPr>
          <a:xfrm>
            <a:off x="1031545" y="2553759"/>
            <a:ext cx="669341" cy="660798"/>
          </a:xfrm>
          <a:custGeom>
            <a:avLst/>
            <a:gdLst/>
            <a:ahLst/>
            <a:cxnLst/>
            <a:rect l="l" t="t" r="r" b="b"/>
            <a:pathLst>
              <a:path w="27895" h="27539" extrusionOk="0">
                <a:moveTo>
                  <a:pt x="13948" y="5618"/>
                </a:moveTo>
                <a:cubicBezTo>
                  <a:pt x="14712" y="5618"/>
                  <a:pt x="15412" y="5745"/>
                  <a:pt x="16176" y="5936"/>
                </a:cubicBezTo>
                <a:cubicBezTo>
                  <a:pt x="19679" y="6955"/>
                  <a:pt x="22099" y="10139"/>
                  <a:pt x="22099" y="13833"/>
                </a:cubicBezTo>
                <a:cubicBezTo>
                  <a:pt x="22099" y="14533"/>
                  <a:pt x="21972" y="15298"/>
                  <a:pt x="21781" y="16062"/>
                </a:cubicBezTo>
                <a:cubicBezTo>
                  <a:pt x="20802" y="19631"/>
                  <a:pt x="17534" y="22003"/>
                  <a:pt x="13953" y="22003"/>
                </a:cubicBezTo>
                <a:cubicBezTo>
                  <a:pt x="13572" y="22003"/>
                  <a:pt x="13187" y="21976"/>
                  <a:pt x="12801" y="21921"/>
                </a:cubicBezTo>
                <a:cubicBezTo>
                  <a:pt x="8725" y="21411"/>
                  <a:pt x="5732" y="17909"/>
                  <a:pt x="5732" y="13833"/>
                </a:cubicBezTo>
                <a:cubicBezTo>
                  <a:pt x="5732" y="13069"/>
                  <a:pt x="5860" y="12304"/>
                  <a:pt x="6051" y="11604"/>
                </a:cubicBezTo>
                <a:cubicBezTo>
                  <a:pt x="7070" y="8038"/>
                  <a:pt x="10254" y="5618"/>
                  <a:pt x="13948" y="5618"/>
                </a:cubicBezTo>
                <a:close/>
                <a:moveTo>
                  <a:pt x="13928" y="0"/>
                </a:moveTo>
                <a:cubicBezTo>
                  <a:pt x="13059" y="0"/>
                  <a:pt x="12192" y="87"/>
                  <a:pt x="11336" y="268"/>
                </a:cubicBezTo>
                <a:lnTo>
                  <a:pt x="11655" y="1860"/>
                </a:lnTo>
                <a:cubicBezTo>
                  <a:pt x="10381" y="2115"/>
                  <a:pt x="9171" y="2497"/>
                  <a:pt x="8089" y="3134"/>
                </a:cubicBezTo>
                <a:lnTo>
                  <a:pt x="7261" y="1733"/>
                </a:lnTo>
                <a:cubicBezTo>
                  <a:pt x="5350" y="2752"/>
                  <a:pt x="3758" y="4217"/>
                  <a:pt x="2484" y="6000"/>
                </a:cubicBezTo>
                <a:lnTo>
                  <a:pt x="3885" y="6955"/>
                </a:lnTo>
                <a:cubicBezTo>
                  <a:pt x="3121" y="7974"/>
                  <a:pt x="2612" y="9120"/>
                  <a:pt x="2293" y="10394"/>
                </a:cubicBezTo>
                <a:lnTo>
                  <a:pt x="701" y="9948"/>
                </a:lnTo>
                <a:lnTo>
                  <a:pt x="701" y="10012"/>
                </a:lnTo>
                <a:cubicBezTo>
                  <a:pt x="64" y="12050"/>
                  <a:pt x="1" y="14215"/>
                  <a:pt x="383" y="16317"/>
                </a:cubicBezTo>
                <a:lnTo>
                  <a:pt x="1975" y="15998"/>
                </a:lnTo>
                <a:cubicBezTo>
                  <a:pt x="2230" y="17272"/>
                  <a:pt x="2612" y="18482"/>
                  <a:pt x="3249" y="19564"/>
                </a:cubicBezTo>
                <a:lnTo>
                  <a:pt x="1848" y="20392"/>
                </a:lnTo>
                <a:cubicBezTo>
                  <a:pt x="2866" y="22303"/>
                  <a:pt x="4331" y="23959"/>
                  <a:pt x="6114" y="25169"/>
                </a:cubicBezTo>
                <a:lnTo>
                  <a:pt x="7070" y="23831"/>
                </a:lnTo>
                <a:cubicBezTo>
                  <a:pt x="8089" y="24532"/>
                  <a:pt x="9235" y="25041"/>
                  <a:pt x="10445" y="25423"/>
                </a:cubicBezTo>
                <a:lnTo>
                  <a:pt x="10063" y="27015"/>
                </a:lnTo>
                <a:lnTo>
                  <a:pt x="10190" y="27015"/>
                </a:lnTo>
                <a:cubicBezTo>
                  <a:pt x="11436" y="27355"/>
                  <a:pt x="12704" y="27538"/>
                  <a:pt x="13981" y="27538"/>
                </a:cubicBezTo>
                <a:cubicBezTo>
                  <a:pt x="14858" y="27538"/>
                  <a:pt x="15740" y="27452"/>
                  <a:pt x="16622" y="27270"/>
                </a:cubicBezTo>
                <a:lnTo>
                  <a:pt x="16304" y="25678"/>
                </a:lnTo>
                <a:cubicBezTo>
                  <a:pt x="17514" y="25423"/>
                  <a:pt x="18724" y="24978"/>
                  <a:pt x="19870" y="24404"/>
                </a:cubicBezTo>
                <a:lnTo>
                  <a:pt x="20634" y="25805"/>
                </a:lnTo>
                <a:cubicBezTo>
                  <a:pt x="22545" y="24723"/>
                  <a:pt x="24137" y="23258"/>
                  <a:pt x="25347" y="21475"/>
                </a:cubicBezTo>
                <a:lnTo>
                  <a:pt x="24010" y="20583"/>
                </a:lnTo>
                <a:cubicBezTo>
                  <a:pt x="24710" y="19501"/>
                  <a:pt x="25283" y="18354"/>
                  <a:pt x="25602" y="17144"/>
                </a:cubicBezTo>
                <a:lnTo>
                  <a:pt x="27194" y="17590"/>
                </a:lnTo>
                <a:cubicBezTo>
                  <a:pt x="27767" y="15489"/>
                  <a:pt x="27894" y="13323"/>
                  <a:pt x="27449" y="11222"/>
                </a:cubicBezTo>
                <a:lnTo>
                  <a:pt x="27449" y="11222"/>
                </a:lnTo>
                <a:lnTo>
                  <a:pt x="25856" y="11477"/>
                </a:lnTo>
                <a:cubicBezTo>
                  <a:pt x="25602" y="10267"/>
                  <a:pt x="25220" y="9057"/>
                  <a:pt x="24583" y="7910"/>
                </a:cubicBezTo>
                <a:lnTo>
                  <a:pt x="25984" y="7146"/>
                </a:lnTo>
                <a:cubicBezTo>
                  <a:pt x="24965" y="5236"/>
                  <a:pt x="23500" y="3580"/>
                  <a:pt x="21653" y="2370"/>
                </a:cubicBezTo>
                <a:lnTo>
                  <a:pt x="20762" y="3707"/>
                </a:lnTo>
                <a:cubicBezTo>
                  <a:pt x="19743" y="3007"/>
                  <a:pt x="18533" y="2497"/>
                  <a:pt x="17323" y="2115"/>
                </a:cubicBezTo>
                <a:lnTo>
                  <a:pt x="17769" y="523"/>
                </a:lnTo>
                <a:lnTo>
                  <a:pt x="17705" y="523"/>
                </a:lnTo>
                <a:cubicBezTo>
                  <a:pt x="16459" y="183"/>
                  <a:pt x="15191" y="0"/>
                  <a:pt x="1392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-1529537" y="1971857"/>
            <a:ext cx="426367" cy="424831"/>
          </a:xfrm>
          <a:custGeom>
            <a:avLst/>
            <a:gdLst/>
            <a:ahLst/>
            <a:cxnLst/>
            <a:rect l="l" t="t" r="r" b="b"/>
            <a:pathLst>
              <a:path w="17769" h="17705" extrusionOk="0">
                <a:moveTo>
                  <a:pt x="8916" y="2867"/>
                </a:moveTo>
                <a:cubicBezTo>
                  <a:pt x="9426" y="2867"/>
                  <a:pt x="9999" y="2930"/>
                  <a:pt x="10572" y="3058"/>
                </a:cubicBezTo>
                <a:cubicBezTo>
                  <a:pt x="13119" y="3822"/>
                  <a:pt x="14902" y="6178"/>
                  <a:pt x="14902" y="8853"/>
                </a:cubicBezTo>
                <a:cubicBezTo>
                  <a:pt x="14902" y="9426"/>
                  <a:pt x="14839" y="9936"/>
                  <a:pt x="14648" y="10509"/>
                </a:cubicBezTo>
                <a:cubicBezTo>
                  <a:pt x="13947" y="13056"/>
                  <a:pt x="11591" y="14839"/>
                  <a:pt x="8916" y="14839"/>
                </a:cubicBezTo>
                <a:cubicBezTo>
                  <a:pt x="5605" y="14839"/>
                  <a:pt x="2930" y="12164"/>
                  <a:pt x="2930" y="8853"/>
                </a:cubicBezTo>
                <a:cubicBezTo>
                  <a:pt x="2930" y="8280"/>
                  <a:pt x="2994" y="7770"/>
                  <a:pt x="3121" y="7197"/>
                </a:cubicBezTo>
                <a:cubicBezTo>
                  <a:pt x="3885" y="4650"/>
                  <a:pt x="6178" y="2867"/>
                  <a:pt x="8852" y="2867"/>
                </a:cubicBezTo>
                <a:close/>
                <a:moveTo>
                  <a:pt x="8343" y="1"/>
                </a:moveTo>
                <a:lnTo>
                  <a:pt x="8407" y="1083"/>
                </a:lnTo>
                <a:cubicBezTo>
                  <a:pt x="7260" y="1147"/>
                  <a:pt x="6114" y="1529"/>
                  <a:pt x="5095" y="2102"/>
                </a:cubicBezTo>
                <a:lnTo>
                  <a:pt x="4586" y="1083"/>
                </a:lnTo>
                <a:cubicBezTo>
                  <a:pt x="3694" y="1593"/>
                  <a:pt x="2930" y="2230"/>
                  <a:pt x="2293" y="2930"/>
                </a:cubicBezTo>
                <a:lnTo>
                  <a:pt x="3057" y="3695"/>
                </a:lnTo>
                <a:cubicBezTo>
                  <a:pt x="2293" y="4522"/>
                  <a:pt x="1720" y="5605"/>
                  <a:pt x="1401" y="6688"/>
                </a:cubicBezTo>
                <a:lnTo>
                  <a:pt x="319" y="6433"/>
                </a:lnTo>
                <a:cubicBezTo>
                  <a:pt x="128" y="7197"/>
                  <a:pt x="0" y="7961"/>
                  <a:pt x="0" y="8789"/>
                </a:cubicBezTo>
                <a:lnTo>
                  <a:pt x="0" y="9299"/>
                </a:lnTo>
                <a:lnTo>
                  <a:pt x="1083" y="9235"/>
                </a:lnTo>
                <a:cubicBezTo>
                  <a:pt x="1147" y="10445"/>
                  <a:pt x="1465" y="11528"/>
                  <a:pt x="2038" y="12610"/>
                </a:cubicBezTo>
                <a:lnTo>
                  <a:pt x="1083" y="13120"/>
                </a:lnTo>
                <a:cubicBezTo>
                  <a:pt x="1592" y="14011"/>
                  <a:pt x="2229" y="14776"/>
                  <a:pt x="2930" y="15412"/>
                </a:cubicBezTo>
                <a:lnTo>
                  <a:pt x="3694" y="14648"/>
                </a:lnTo>
                <a:cubicBezTo>
                  <a:pt x="4586" y="15412"/>
                  <a:pt x="5605" y="15986"/>
                  <a:pt x="6751" y="16304"/>
                </a:cubicBezTo>
                <a:lnTo>
                  <a:pt x="6432" y="17387"/>
                </a:lnTo>
                <a:cubicBezTo>
                  <a:pt x="7197" y="17578"/>
                  <a:pt x="8025" y="17705"/>
                  <a:pt x="8852" y="17705"/>
                </a:cubicBezTo>
                <a:lnTo>
                  <a:pt x="9362" y="17705"/>
                </a:lnTo>
                <a:lnTo>
                  <a:pt x="9298" y="16622"/>
                </a:lnTo>
                <a:cubicBezTo>
                  <a:pt x="10508" y="16559"/>
                  <a:pt x="11591" y="16177"/>
                  <a:pt x="12673" y="15603"/>
                </a:cubicBezTo>
                <a:lnTo>
                  <a:pt x="13183" y="16622"/>
                </a:lnTo>
                <a:cubicBezTo>
                  <a:pt x="14075" y="16113"/>
                  <a:pt x="14839" y="15476"/>
                  <a:pt x="15476" y="14712"/>
                </a:cubicBezTo>
                <a:lnTo>
                  <a:pt x="14711" y="14011"/>
                </a:lnTo>
                <a:cubicBezTo>
                  <a:pt x="15476" y="13120"/>
                  <a:pt x="16049" y="12101"/>
                  <a:pt x="16367" y="10954"/>
                </a:cubicBezTo>
                <a:lnTo>
                  <a:pt x="17450" y="11273"/>
                </a:lnTo>
                <a:cubicBezTo>
                  <a:pt x="17641" y="10509"/>
                  <a:pt x="17768" y="9681"/>
                  <a:pt x="17768" y="8853"/>
                </a:cubicBezTo>
                <a:lnTo>
                  <a:pt x="17768" y="8343"/>
                </a:lnTo>
                <a:lnTo>
                  <a:pt x="16686" y="8407"/>
                </a:lnTo>
                <a:cubicBezTo>
                  <a:pt x="16622" y="7261"/>
                  <a:pt x="16240" y="6115"/>
                  <a:pt x="15667" y="5096"/>
                </a:cubicBezTo>
                <a:lnTo>
                  <a:pt x="16686" y="4522"/>
                </a:lnTo>
                <a:cubicBezTo>
                  <a:pt x="16176" y="3695"/>
                  <a:pt x="15539" y="2867"/>
                  <a:pt x="14775" y="2230"/>
                </a:cubicBezTo>
                <a:lnTo>
                  <a:pt x="14075" y="2994"/>
                </a:lnTo>
                <a:cubicBezTo>
                  <a:pt x="13183" y="2230"/>
                  <a:pt x="12164" y="1657"/>
                  <a:pt x="11018" y="1338"/>
                </a:cubicBezTo>
                <a:lnTo>
                  <a:pt x="11336" y="319"/>
                </a:lnTo>
                <a:cubicBezTo>
                  <a:pt x="10508" y="65"/>
                  <a:pt x="9680" y="1"/>
                  <a:pt x="885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2"/>
          <p:cNvSpPr/>
          <p:nvPr/>
        </p:nvSpPr>
        <p:spPr>
          <a:xfrm>
            <a:off x="-1075696" y="1926026"/>
            <a:ext cx="301065" cy="297994"/>
          </a:xfrm>
          <a:custGeom>
            <a:avLst/>
            <a:gdLst/>
            <a:ahLst/>
            <a:cxnLst/>
            <a:rect l="l" t="t" r="r" b="b"/>
            <a:pathLst>
              <a:path w="12547" h="12419" extrusionOk="0">
                <a:moveTo>
                  <a:pt x="6242" y="2484"/>
                </a:moveTo>
                <a:cubicBezTo>
                  <a:pt x="6624" y="2484"/>
                  <a:pt x="6942" y="2484"/>
                  <a:pt x="7260" y="2611"/>
                </a:cubicBezTo>
                <a:cubicBezTo>
                  <a:pt x="8916" y="3057"/>
                  <a:pt x="9999" y="4522"/>
                  <a:pt x="9999" y="6178"/>
                </a:cubicBezTo>
                <a:cubicBezTo>
                  <a:pt x="9999" y="6560"/>
                  <a:pt x="9935" y="6878"/>
                  <a:pt x="9872" y="7197"/>
                </a:cubicBezTo>
                <a:cubicBezTo>
                  <a:pt x="9426" y="8789"/>
                  <a:pt x="7961" y="9935"/>
                  <a:pt x="6305" y="9935"/>
                </a:cubicBezTo>
                <a:cubicBezTo>
                  <a:pt x="5923" y="9935"/>
                  <a:pt x="5605" y="9871"/>
                  <a:pt x="5286" y="9808"/>
                </a:cubicBezTo>
                <a:cubicBezTo>
                  <a:pt x="3630" y="9298"/>
                  <a:pt x="2548" y="7833"/>
                  <a:pt x="2548" y="6178"/>
                </a:cubicBezTo>
                <a:cubicBezTo>
                  <a:pt x="2548" y="5859"/>
                  <a:pt x="2612" y="5477"/>
                  <a:pt x="2675" y="5159"/>
                </a:cubicBezTo>
                <a:cubicBezTo>
                  <a:pt x="3121" y="3567"/>
                  <a:pt x="4586" y="2484"/>
                  <a:pt x="6242" y="2484"/>
                </a:cubicBezTo>
                <a:close/>
                <a:moveTo>
                  <a:pt x="6242" y="0"/>
                </a:moveTo>
                <a:cubicBezTo>
                  <a:pt x="5859" y="0"/>
                  <a:pt x="5477" y="0"/>
                  <a:pt x="5095" y="64"/>
                </a:cubicBezTo>
                <a:lnTo>
                  <a:pt x="5223" y="828"/>
                </a:lnTo>
                <a:cubicBezTo>
                  <a:pt x="4649" y="956"/>
                  <a:pt x="4140" y="1147"/>
                  <a:pt x="3630" y="1401"/>
                </a:cubicBezTo>
                <a:lnTo>
                  <a:pt x="3248" y="701"/>
                </a:lnTo>
                <a:cubicBezTo>
                  <a:pt x="2357" y="1147"/>
                  <a:pt x="1656" y="1847"/>
                  <a:pt x="1083" y="2675"/>
                </a:cubicBezTo>
                <a:lnTo>
                  <a:pt x="1720" y="3057"/>
                </a:lnTo>
                <a:cubicBezTo>
                  <a:pt x="1338" y="3567"/>
                  <a:pt x="1147" y="4076"/>
                  <a:pt x="956" y="4649"/>
                </a:cubicBezTo>
                <a:lnTo>
                  <a:pt x="255" y="4458"/>
                </a:lnTo>
                <a:lnTo>
                  <a:pt x="255" y="4522"/>
                </a:lnTo>
                <a:cubicBezTo>
                  <a:pt x="128" y="5095"/>
                  <a:pt x="1" y="5668"/>
                  <a:pt x="1" y="6241"/>
                </a:cubicBezTo>
                <a:cubicBezTo>
                  <a:pt x="1" y="6623"/>
                  <a:pt x="64" y="7006"/>
                  <a:pt x="128" y="7388"/>
                </a:cubicBezTo>
                <a:lnTo>
                  <a:pt x="828" y="7260"/>
                </a:lnTo>
                <a:cubicBezTo>
                  <a:pt x="956" y="7833"/>
                  <a:pt x="1147" y="8343"/>
                  <a:pt x="1465" y="8852"/>
                </a:cubicBezTo>
                <a:lnTo>
                  <a:pt x="765" y="9171"/>
                </a:lnTo>
                <a:cubicBezTo>
                  <a:pt x="1274" y="10062"/>
                  <a:pt x="1911" y="10827"/>
                  <a:pt x="2739" y="11336"/>
                </a:cubicBezTo>
                <a:lnTo>
                  <a:pt x="3185" y="10763"/>
                </a:lnTo>
                <a:cubicBezTo>
                  <a:pt x="3630" y="11081"/>
                  <a:pt x="4204" y="11336"/>
                  <a:pt x="4777" y="11463"/>
                </a:cubicBezTo>
                <a:lnTo>
                  <a:pt x="4522" y="12228"/>
                </a:lnTo>
                <a:lnTo>
                  <a:pt x="4586" y="12228"/>
                </a:lnTo>
                <a:cubicBezTo>
                  <a:pt x="5159" y="12355"/>
                  <a:pt x="5732" y="12419"/>
                  <a:pt x="6305" y="12419"/>
                </a:cubicBezTo>
                <a:cubicBezTo>
                  <a:pt x="6751" y="12419"/>
                  <a:pt x="7133" y="12419"/>
                  <a:pt x="7515" y="12291"/>
                </a:cubicBezTo>
                <a:lnTo>
                  <a:pt x="7388" y="11591"/>
                </a:lnTo>
                <a:cubicBezTo>
                  <a:pt x="7961" y="11463"/>
                  <a:pt x="8470" y="11272"/>
                  <a:pt x="8980" y="11018"/>
                </a:cubicBezTo>
                <a:lnTo>
                  <a:pt x="9362" y="11654"/>
                </a:lnTo>
                <a:cubicBezTo>
                  <a:pt x="10190" y="11145"/>
                  <a:pt x="10954" y="10508"/>
                  <a:pt x="11464" y="9680"/>
                </a:cubicBezTo>
                <a:lnTo>
                  <a:pt x="10890" y="9234"/>
                </a:lnTo>
                <a:cubicBezTo>
                  <a:pt x="11209" y="8789"/>
                  <a:pt x="11464" y="8216"/>
                  <a:pt x="11591" y="7642"/>
                </a:cubicBezTo>
                <a:lnTo>
                  <a:pt x="12292" y="7897"/>
                </a:lnTo>
                <a:cubicBezTo>
                  <a:pt x="12483" y="7388"/>
                  <a:pt x="12546" y="6751"/>
                  <a:pt x="12546" y="6178"/>
                </a:cubicBezTo>
                <a:cubicBezTo>
                  <a:pt x="12546" y="5796"/>
                  <a:pt x="12483" y="5413"/>
                  <a:pt x="12419" y="5031"/>
                </a:cubicBezTo>
                <a:lnTo>
                  <a:pt x="11718" y="5159"/>
                </a:lnTo>
                <a:cubicBezTo>
                  <a:pt x="11591" y="4586"/>
                  <a:pt x="11400" y="4076"/>
                  <a:pt x="11082" y="3567"/>
                </a:cubicBezTo>
                <a:lnTo>
                  <a:pt x="11782" y="3185"/>
                </a:lnTo>
                <a:cubicBezTo>
                  <a:pt x="11273" y="2357"/>
                  <a:pt x="10572" y="1592"/>
                  <a:pt x="9808" y="1019"/>
                </a:cubicBezTo>
                <a:lnTo>
                  <a:pt x="9362" y="1656"/>
                </a:lnTo>
                <a:cubicBezTo>
                  <a:pt x="8853" y="1338"/>
                  <a:pt x="8343" y="1083"/>
                  <a:pt x="7770" y="956"/>
                </a:cubicBezTo>
                <a:lnTo>
                  <a:pt x="7961" y="191"/>
                </a:lnTo>
                <a:cubicBezTo>
                  <a:pt x="7452" y="64"/>
                  <a:pt x="6878" y="0"/>
                  <a:pt x="624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1994248" y="1967274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1994248" y="2098694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2"/>
          <p:cNvSpPr/>
          <p:nvPr/>
        </p:nvSpPr>
        <p:spPr>
          <a:xfrm>
            <a:off x="1994248" y="2230115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2"/>
          <p:cNvSpPr/>
          <p:nvPr/>
        </p:nvSpPr>
        <p:spPr>
          <a:xfrm>
            <a:off x="1994248" y="2494468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1994248" y="2625888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1994248" y="2888730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1994248" y="3020150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1994248" y="3282968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58164" y="1967274"/>
            <a:ext cx="1705373" cy="38224"/>
          </a:xfrm>
          <a:custGeom>
            <a:avLst/>
            <a:gdLst/>
            <a:ahLst/>
            <a:cxnLst/>
            <a:rect l="l" t="t" r="r" b="b"/>
            <a:pathLst>
              <a:path w="71072" h="1593" extrusionOk="0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58164" y="2098694"/>
            <a:ext cx="1705373" cy="38224"/>
          </a:xfrm>
          <a:custGeom>
            <a:avLst/>
            <a:gdLst/>
            <a:ahLst/>
            <a:cxnLst/>
            <a:rect l="l" t="t" r="r" b="b"/>
            <a:pathLst>
              <a:path w="71072" h="1593" extrusionOk="0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58164" y="2363047"/>
            <a:ext cx="1147609" cy="38248"/>
          </a:xfrm>
          <a:custGeom>
            <a:avLst/>
            <a:gdLst/>
            <a:ahLst/>
            <a:cxnLst/>
            <a:rect l="l" t="t" r="r" b="b"/>
            <a:pathLst>
              <a:path w="47827" h="1594" extrusionOk="0">
                <a:moveTo>
                  <a:pt x="0" y="1"/>
                </a:moveTo>
                <a:lnTo>
                  <a:pt x="0" y="1593"/>
                </a:lnTo>
                <a:lnTo>
                  <a:pt x="47827" y="1593"/>
                </a:lnTo>
                <a:lnTo>
                  <a:pt x="4782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2108848" y="1701385"/>
            <a:ext cx="701422" cy="114648"/>
          </a:xfrm>
          <a:custGeom>
            <a:avLst/>
            <a:gdLst/>
            <a:ahLst/>
            <a:cxnLst/>
            <a:rect l="l" t="t" r="r" b="b"/>
            <a:pathLst>
              <a:path w="29232" h="4778" extrusionOk="0">
                <a:moveTo>
                  <a:pt x="1" y="1"/>
                </a:moveTo>
                <a:lnTo>
                  <a:pt x="1" y="4777"/>
                </a:lnTo>
                <a:lnTo>
                  <a:pt x="29232" y="4777"/>
                </a:lnTo>
                <a:lnTo>
                  <a:pt x="292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560907" y="1701385"/>
            <a:ext cx="699886" cy="114648"/>
          </a:xfrm>
          <a:custGeom>
            <a:avLst/>
            <a:gdLst/>
            <a:ahLst/>
            <a:cxnLst/>
            <a:rect l="l" t="t" r="r" b="b"/>
            <a:pathLst>
              <a:path w="29168" h="4778" extrusionOk="0">
                <a:moveTo>
                  <a:pt x="0" y="1"/>
                </a:moveTo>
                <a:lnTo>
                  <a:pt x="0" y="4777"/>
                </a:lnTo>
                <a:lnTo>
                  <a:pt x="29167" y="4777"/>
                </a:lnTo>
                <a:lnTo>
                  <a:pt x="291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-1540239" y="2988045"/>
            <a:ext cx="735039" cy="1488386"/>
          </a:xfrm>
          <a:custGeom>
            <a:avLst/>
            <a:gdLst/>
            <a:ahLst/>
            <a:cxnLst/>
            <a:rect l="l" t="t" r="r" b="b"/>
            <a:pathLst>
              <a:path w="30633" h="62029" extrusionOk="0">
                <a:moveTo>
                  <a:pt x="17705" y="42924"/>
                </a:moveTo>
                <a:lnTo>
                  <a:pt x="17705" y="60437"/>
                </a:lnTo>
                <a:lnTo>
                  <a:pt x="12928" y="60437"/>
                </a:lnTo>
                <a:lnTo>
                  <a:pt x="12928" y="42924"/>
                </a:lnTo>
                <a:close/>
                <a:moveTo>
                  <a:pt x="15348" y="1"/>
                </a:moveTo>
                <a:cubicBezTo>
                  <a:pt x="7133" y="1"/>
                  <a:pt x="446" y="6496"/>
                  <a:pt x="192" y="14712"/>
                </a:cubicBezTo>
                <a:cubicBezTo>
                  <a:pt x="1" y="22927"/>
                  <a:pt x="6369" y="29741"/>
                  <a:pt x="14521" y="30187"/>
                </a:cubicBezTo>
                <a:lnTo>
                  <a:pt x="14521" y="41332"/>
                </a:lnTo>
                <a:lnTo>
                  <a:pt x="12164" y="41332"/>
                </a:lnTo>
                <a:cubicBezTo>
                  <a:pt x="11718" y="41332"/>
                  <a:pt x="11336" y="41714"/>
                  <a:pt x="11336" y="42159"/>
                </a:cubicBezTo>
                <a:lnTo>
                  <a:pt x="11336" y="61265"/>
                </a:lnTo>
                <a:cubicBezTo>
                  <a:pt x="11336" y="61710"/>
                  <a:pt x="11718" y="62029"/>
                  <a:pt x="12164" y="62029"/>
                </a:cubicBezTo>
                <a:lnTo>
                  <a:pt x="18533" y="62029"/>
                </a:lnTo>
                <a:cubicBezTo>
                  <a:pt x="18978" y="62029"/>
                  <a:pt x="19297" y="61710"/>
                  <a:pt x="19297" y="61265"/>
                </a:cubicBezTo>
                <a:lnTo>
                  <a:pt x="19297" y="42159"/>
                </a:lnTo>
                <a:cubicBezTo>
                  <a:pt x="19297" y="41714"/>
                  <a:pt x="18978" y="41332"/>
                  <a:pt x="18533" y="41332"/>
                </a:cubicBezTo>
                <a:lnTo>
                  <a:pt x="16113" y="41332"/>
                </a:lnTo>
                <a:lnTo>
                  <a:pt x="16113" y="30187"/>
                </a:lnTo>
                <a:cubicBezTo>
                  <a:pt x="24328" y="29741"/>
                  <a:pt x="30633" y="22927"/>
                  <a:pt x="30442" y="14712"/>
                </a:cubicBezTo>
                <a:cubicBezTo>
                  <a:pt x="30250" y="6496"/>
                  <a:pt x="23500" y="1"/>
                  <a:pt x="15348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-1210164" y="4037850"/>
            <a:ext cx="76424" cy="382048"/>
          </a:xfrm>
          <a:custGeom>
            <a:avLst/>
            <a:gdLst/>
            <a:ahLst/>
            <a:cxnLst/>
            <a:rect l="l" t="t" r="r" b="b"/>
            <a:pathLst>
              <a:path w="3185" h="15922" extrusionOk="0">
                <a:moveTo>
                  <a:pt x="0" y="1"/>
                </a:moveTo>
                <a:lnTo>
                  <a:pt x="0" y="15922"/>
                </a:lnTo>
                <a:lnTo>
                  <a:pt x="3185" y="15922"/>
                </a:lnTo>
                <a:lnTo>
                  <a:pt x="318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24523" y="394881"/>
            <a:ext cx="1228616" cy="426343"/>
          </a:xfrm>
          <a:custGeom>
            <a:avLst/>
            <a:gdLst/>
            <a:ahLst/>
            <a:cxnLst/>
            <a:rect l="l" t="t" r="r" b="b"/>
            <a:pathLst>
              <a:path w="51203" h="17768" extrusionOk="0">
                <a:moveTo>
                  <a:pt x="49611" y="1592"/>
                </a:moveTo>
                <a:lnTo>
                  <a:pt x="49611" y="16176"/>
                </a:lnTo>
                <a:lnTo>
                  <a:pt x="1593" y="16176"/>
                </a:lnTo>
                <a:lnTo>
                  <a:pt x="1593" y="1592"/>
                </a:lnTo>
                <a:close/>
                <a:moveTo>
                  <a:pt x="1" y="0"/>
                </a:moveTo>
                <a:lnTo>
                  <a:pt x="1" y="17768"/>
                </a:lnTo>
                <a:lnTo>
                  <a:pt x="51203" y="17768"/>
                </a:lnTo>
                <a:lnTo>
                  <a:pt x="512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2605497" y="99575"/>
            <a:ext cx="1101778" cy="368659"/>
          </a:xfrm>
          <a:custGeom>
            <a:avLst/>
            <a:gdLst/>
            <a:ahLst/>
            <a:cxnLst/>
            <a:rect l="l" t="t" r="r" b="b"/>
            <a:pathLst>
              <a:path w="45917" h="15364" extrusionOk="0">
                <a:moveTo>
                  <a:pt x="18787" y="1927"/>
                </a:moveTo>
                <a:lnTo>
                  <a:pt x="18787" y="1927"/>
                </a:lnTo>
                <a:cubicBezTo>
                  <a:pt x="15539" y="5557"/>
                  <a:pt x="18150" y="11288"/>
                  <a:pt x="22990" y="11288"/>
                </a:cubicBezTo>
                <a:cubicBezTo>
                  <a:pt x="27830" y="11288"/>
                  <a:pt x="30377" y="5557"/>
                  <a:pt x="27193" y="1927"/>
                </a:cubicBezTo>
                <a:lnTo>
                  <a:pt x="27193" y="1927"/>
                </a:lnTo>
                <a:cubicBezTo>
                  <a:pt x="27639" y="1990"/>
                  <a:pt x="28149" y="2054"/>
                  <a:pt x="28594" y="2118"/>
                </a:cubicBezTo>
                <a:cubicBezTo>
                  <a:pt x="31396" y="6512"/>
                  <a:pt x="28212" y="12307"/>
                  <a:pt x="22990" y="12307"/>
                </a:cubicBezTo>
                <a:cubicBezTo>
                  <a:pt x="17768" y="12307"/>
                  <a:pt x="14584" y="6512"/>
                  <a:pt x="17386" y="2118"/>
                </a:cubicBezTo>
                <a:cubicBezTo>
                  <a:pt x="17832" y="2054"/>
                  <a:pt x="18278" y="1990"/>
                  <a:pt x="18787" y="1927"/>
                </a:cubicBezTo>
                <a:close/>
                <a:moveTo>
                  <a:pt x="30569" y="2500"/>
                </a:moveTo>
                <a:cubicBezTo>
                  <a:pt x="35026" y="3455"/>
                  <a:pt x="39293" y="5238"/>
                  <a:pt x="43114" y="7722"/>
                </a:cubicBezTo>
                <a:cubicBezTo>
                  <a:pt x="37641" y="11329"/>
                  <a:pt x="31317" y="13418"/>
                  <a:pt x="24736" y="13692"/>
                </a:cubicBezTo>
                <a:lnTo>
                  <a:pt x="24736" y="13692"/>
                </a:lnTo>
                <a:cubicBezTo>
                  <a:pt x="29704" y="12588"/>
                  <a:pt x="32491" y="7212"/>
                  <a:pt x="30569" y="2500"/>
                </a:cubicBezTo>
                <a:close/>
                <a:moveTo>
                  <a:pt x="15348" y="2500"/>
                </a:moveTo>
                <a:lnTo>
                  <a:pt x="15348" y="2500"/>
                </a:lnTo>
                <a:cubicBezTo>
                  <a:pt x="13310" y="7340"/>
                  <a:pt x="16367" y="12880"/>
                  <a:pt x="21589" y="13772"/>
                </a:cubicBezTo>
                <a:cubicBezTo>
                  <a:pt x="14902" y="13517"/>
                  <a:pt x="8406" y="11415"/>
                  <a:pt x="2802" y="7722"/>
                </a:cubicBezTo>
                <a:cubicBezTo>
                  <a:pt x="6623" y="5174"/>
                  <a:pt x="10890" y="3455"/>
                  <a:pt x="15348" y="2500"/>
                </a:cubicBezTo>
                <a:close/>
                <a:moveTo>
                  <a:pt x="22958" y="0"/>
                </a:moveTo>
                <a:cubicBezTo>
                  <a:pt x="22608" y="0"/>
                  <a:pt x="22258" y="48"/>
                  <a:pt x="21907" y="143"/>
                </a:cubicBezTo>
                <a:cubicBezTo>
                  <a:pt x="14393" y="334"/>
                  <a:pt x="7069" y="2754"/>
                  <a:pt x="892" y="7085"/>
                </a:cubicBezTo>
                <a:lnTo>
                  <a:pt x="0" y="7722"/>
                </a:lnTo>
                <a:lnTo>
                  <a:pt x="892" y="8359"/>
                </a:lnTo>
                <a:cubicBezTo>
                  <a:pt x="7388" y="12944"/>
                  <a:pt x="15030" y="15364"/>
                  <a:pt x="22926" y="15364"/>
                </a:cubicBezTo>
                <a:cubicBezTo>
                  <a:pt x="30823" y="15364"/>
                  <a:pt x="38529" y="12944"/>
                  <a:pt x="44961" y="8359"/>
                </a:cubicBezTo>
                <a:lnTo>
                  <a:pt x="45916" y="7722"/>
                </a:lnTo>
                <a:lnTo>
                  <a:pt x="44961" y="7085"/>
                </a:lnTo>
                <a:cubicBezTo>
                  <a:pt x="38847" y="2754"/>
                  <a:pt x="31524" y="334"/>
                  <a:pt x="24009" y="143"/>
                </a:cubicBezTo>
                <a:cubicBezTo>
                  <a:pt x="23659" y="48"/>
                  <a:pt x="23309" y="0"/>
                  <a:pt x="229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-742573" y="2272898"/>
            <a:ext cx="233831" cy="200046"/>
          </a:xfrm>
          <a:custGeom>
            <a:avLst/>
            <a:gdLst/>
            <a:ahLst/>
            <a:cxnLst/>
            <a:rect l="l" t="t" r="r" b="b"/>
            <a:pathLst>
              <a:path w="9745" h="8337" extrusionOk="0">
                <a:moveTo>
                  <a:pt x="5559" y="1576"/>
                </a:moveTo>
                <a:cubicBezTo>
                  <a:pt x="6878" y="1576"/>
                  <a:pt x="8152" y="2615"/>
                  <a:pt x="8152" y="4204"/>
                </a:cubicBezTo>
                <a:cubicBezTo>
                  <a:pt x="8152" y="5605"/>
                  <a:pt x="7006" y="6751"/>
                  <a:pt x="5541" y="6751"/>
                </a:cubicBezTo>
                <a:cubicBezTo>
                  <a:pt x="3248" y="6751"/>
                  <a:pt x="2102" y="3949"/>
                  <a:pt x="3758" y="2357"/>
                </a:cubicBezTo>
                <a:cubicBezTo>
                  <a:pt x="4276" y="1818"/>
                  <a:pt x="4923" y="1576"/>
                  <a:pt x="5559" y="1576"/>
                </a:cubicBezTo>
                <a:close/>
                <a:moveTo>
                  <a:pt x="5541" y="1"/>
                </a:moveTo>
                <a:cubicBezTo>
                  <a:pt x="1847" y="1"/>
                  <a:pt x="1" y="4458"/>
                  <a:pt x="2612" y="7070"/>
                </a:cubicBezTo>
                <a:cubicBezTo>
                  <a:pt x="3467" y="7945"/>
                  <a:pt x="4527" y="8336"/>
                  <a:pt x="5566" y="8336"/>
                </a:cubicBezTo>
                <a:cubicBezTo>
                  <a:pt x="7699" y="8336"/>
                  <a:pt x="9744" y="6688"/>
                  <a:pt x="9744" y="4204"/>
                </a:cubicBezTo>
                <a:cubicBezTo>
                  <a:pt x="9744" y="1847"/>
                  <a:pt x="7897" y="1"/>
                  <a:pt x="5541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2"/>
          <p:cNvSpPr/>
          <p:nvPr/>
        </p:nvSpPr>
        <p:spPr>
          <a:xfrm>
            <a:off x="2385439" y="1418388"/>
            <a:ext cx="233831" cy="200502"/>
          </a:xfrm>
          <a:custGeom>
            <a:avLst/>
            <a:gdLst/>
            <a:ahLst/>
            <a:cxnLst/>
            <a:rect l="l" t="t" r="r" b="b"/>
            <a:pathLst>
              <a:path w="9745" h="8356" extrusionOk="0">
                <a:moveTo>
                  <a:pt x="4034" y="1603"/>
                </a:moveTo>
                <a:cubicBezTo>
                  <a:pt x="4070" y="1603"/>
                  <a:pt x="4105" y="1604"/>
                  <a:pt x="4140" y="1605"/>
                </a:cubicBezTo>
                <a:cubicBezTo>
                  <a:pt x="6433" y="1605"/>
                  <a:pt x="7579" y="4344"/>
                  <a:pt x="5987" y="6000"/>
                </a:cubicBezTo>
                <a:cubicBezTo>
                  <a:pt x="5456" y="6531"/>
                  <a:pt x="4813" y="6767"/>
                  <a:pt x="4185" y="6767"/>
                </a:cubicBezTo>
                <a:cubicBezTo>
                  <a:pt x="2856" y="6767"/>
                  <a:pt x="1593" y="5710"/>
                  <a:pt x="1593" y="4153"/>
                </a:cubicBezTo>
                <a:cubicBezTo>
                  <a:pt x="1593" y="2787"/>
                  <a:pt x="2682" y="1603"/>
                  <a:pt x="4034" y="1603"/>
                </a:cubicBezTo>
                <a:close/>
                <a:moveTo>
                  <a:pt x="4189" y="0"/>
                </a:moveTo>
                <a:cubicBezTo>
                  <a:pt x="2041" y="0"/>
                  <a:pt x="1" y="1654"/>
                  <a:pt x="1" y="4153"/>
                </a:cubicBezTo>
                <a:cubicBezTo>
                  <a:pt x="1" y="6509"/>
                  <a:pt x="1848" y="8356"/>
                  <a:pt x="4140" y="8356"/>
                </a:cubicBezTo>
                <a:cubicBezTo>
                  <a:pt x="7898" y="8356"/>
                  <a:pt x="9744" y="3834"/>
                  <a:pt x="7133" y="1223"/>
                </a:cubicBezTo>
                <a:cubicBezTo>
                  <a:pt x="6268" y="379"/>
                  <a:pt x="5216" y="0"/>
                  <a:pt x="418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3338976" y="2473808"/>
            <a:ext cx="189513" cy="161270"/>
          </a:xfrm>
          <a:custGeom>
            <a:avLst/>
            <a:gdLst/>
            <a:ahLst/>
            <a:cxnLst/>
            <a:rect l="l" t="t" r="r" b="b"/>
            <a:pathLst>
              <a:path w="7898" h="6721" extrusionOk="0">
                <a:moveTo>
                  <a:pt x="4472" y="0"/>
                </a:moveTo>
                <a:cubicBezTo>
                  <a:pt x="3635" y="0"/>
                  <a:pt x="2785" y="307"/>
                  <a:pt x="2102" y="989"/>
                </a:cubicBezTo>
                <a:cubicBezTo>
                  <a:pt x="1" y="3091"/>
                  <a:pt x="1465" y="6721"/>
                  <a:pt x="4522" y="6721"/>
                </a:cubicBezTo>
                <a:cubicBezTo>
                  <a:pt x="6369" y="6721"/>
                  <a:pt x="7897" y="5256"/>
                  <a:pt x="7897" y="3345"/>
                </a:cubicBezTo>
                <a:cubicBezTo>
                  <a:pt x="7897" y="1324"/>
                  <a:pt x="6213" y="0"/>
                  <a:pt x="447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742741" y="4509280"/>
            <a:ext cx="189513" cy="162758"/>
          </a:xfrm>
          <a:custGeom>
            <a:avLst/>
            <a:gdLst/>
            <a:ahLst/>
            <a:cxnLst/>
            <a:rect l="l" t="t" r="r" b="b"/>
            <a:pathLst>
              <a:path w="7898" h="6783" extrusionOk="0">
                <a:moveTo>
                  <a:pt x="4464" y="0"/>
                </a:moveTo>
                <a:cubicBezTo>
                  <a:pt x="3629" y="0"/>
                  <a:pt x="2782" y="307"/>
                  <a:pt x="2102" y="987"/>
                </a:cubicBezTo>
                <a:cubicBezTo>
                  <a:pt x="0" y="3089"/>
                  <a:pt x="1465" y="6782"/>
                  <a:pt x="4522" y="6782"/>
                </a:cubicBezTo>
                <a:cubicBezTo>
                  <a:pt x="6369" y="6782"/>
                  <a:pt x="7897" y="5254"/>
                  <a:pt x="7897" y="3407"/>
                </a:cubicBezTo>
                <a:cubicBezTo>
                  <a:pt x="7897" y="1340"/>
                  <a:pt x="6207" y="0"/>
                  <a:pt x="446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3910489" y="755070"/>
            <a:ext cx="187977" cy="162422"/>
          </a:xfrm>
          <a:custGeom>
            <a:avLst/>
            <a:gdLst/>
            <a:ahLst/>
            <a:cxnLst/>
            <a:rect l="l" t="t" r="r" b="b"/>
            <a:pathLst>
              <a:path w="7834" h="6769" extrusionOk="0">
                <a:moveTo>
                  <a:pt x="4420" y="0"/>
                </a:moveTo>
                <a:cubicBezTo>
                  <a:pt x="3604" y="0"/>
                  <a:pt x="2774" y="301"/>
                  <a:pt x="2102" y="974"/>
                </a:cubicBezTo>
                <a:cubicBezTo>
                  <a:pt x="0" y="3139"/>
                  <a:pt x="1465" y="6769"/>
                  <a:pt x="4458" y="6769"/>
                </a:cubicBezTo>
                <a:cubicBezTo>
                  <a:pt x="6369" y="6769"/>
                  <a:pt x="7833" y="5241"/>
                  <a:pt x="7833" y="3394"/>
                </a:cubicBezTo>
                <a:cubicBezTo>
                  <a:pt x="7833" y="1358"/>
                  <a:pt x="6155" y="0"/>
                  <a:pt x="44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1221034" y="4212030"/>
            <a:ext cx="276182" cy="199518"/>
          </a:xfrm>
          <a:custGeom>
            <a:avLst/>
            <a:gdLst/>
            <a:ahLst/>
            <a:cxnLst/>
            <a:rect l="l" t="t" r="r" b="b"/>
            <a:pathLst>
              <a:path w="11510" h="8315" extrusionOk="0">
                <a:moveTo>
                  <a:pt x="6004" y="1555"/>
                </a:moveTo>
                <a:cubicBezTo>
                  <a:pt x="7334" y="1555"/>
                  <a:pt x="8598" y="2583"/>
                  <a:pt x="8598" y="4141"/>
                </a:cubicBezTo>
                <a:cubicBezTo>
                  <a:pt x="8598" y="5542"/>
                  <a:pt x="7452" y="6688"/>
                  <a:pt x="6051" y="6752"/>
                </a:cubicBezTo>
                <a:cubicBezTo>
                  <a:pt x="3758" y="6752"/>
                  <a:pt x="2612" y="3950"/>
                  <a:pt x="4204" y="2294"/>
                </a:cubicBezTo>
                <a:cubicBezTo>
                  <a:pt x="4734" y="1784"/>
                  <a:pt x="5377" y="1555"/>
                  <a:pt x="6004" y="1555"/>
                </a:cubicBezTo>
                <a:close/>
                <a:moveTo>
                  <a:pt x="6130" y="1"/>
                </a:moveTo>
                <a:cubicBezTo>
                  <a:pt x="6104" y="1"/>
                  <a:pt x="6077" y="1"/>
                  <a:pt x="6051" y="2"/>
                </a:cubicBezTo>
                <a:cubicBezTo>
                  <a:pt x="4013" y="2"/>
                  <a:pt x="2293" y="1403"/>
                  <a:pt x="1975" y="3377"/>
                </a:cubicBezTo>
                <a:lnTo>
                  <a:pt x="1083" y="3377"/>
                </a:lnTo>
                <a:cubicBezTo>
                  <a:pt x="1" y="3377"/>
                  <a:pt x="1" y="4969"/>
                  <a:pt x="1083" y="4969"/>
                </a:cubicBezTo>
                <a:lnTo>
                  <a:pt x="1975" y="4969"/>
                </a:lnTo>
                <a:cubicBezTo>
                  <a:pt x="2367" y="7090"/>
                  <a:pt x="4189" y="8314"/>
                  <a:pt x="6051" y="8314"/>
                </a:cubicBezTo>
                <a:cubicBezTo>
                  <a:pt x="7208" y="8314"/>
                  <a:pt x="8380" y="7841"/>
                  <a:pt x="9235" y="6816"/>
                </a:cubicBezTo>
                <a:cubicBezTo>
                  <a:pt x="11510" y="4098"/>
                  <a:pt x="9583" y="1"/>
                  <a:pt x="6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2"/>
          <p:cNvSpPr/>
          <p:nvPr/>
        </p:nvSpPr>
        <p:spPr>
          <a:xfrm>
            <a:off x="-707421" y="2509753"/>
            <a:ext cx="195607" cy="1401284"/>
          </a:xfrm>
          <a:custGeom>
            <a:avLst/>
            <a:gdLst/>
            <a:ahLst/>
            <a:cxnLst/>
            <a:rect l="l" t="t" r="r" b="b"/>
            <a:pathLst>
              <a:path w="8152" h="58399" extrusionOk="0">
                <a:moveTo>
                  <a:pt x="5859" y="13438"/>
                </a:moveTo>
                <a:lnTo>
                  <a:pt x="6369" y="20634"/>
                </a:lnTo>
                <a:lnTo>
                  <a:pt x="1783" y="20634"/>
                </a:lnTo>
                <a:lnTo>
                  <a:pt x="2293" y="13438"/>
                </a:lnTo>
                <a:close/>
                <a:moveTo>
                  <a:pt x="4076" y="1"/>
                </a:moveTo>
                <a:lnTo>
                  <a:pt x="3376" y="1593"/>
                </a:lnTo>
                <a:cubicBezTo>
                  <a:pt x="2611" y="3312"/>
                  <a:pt x="0" y="8980"/>
                  <a:pt x="0" y="10254"/>
                </a:cubicBezTo>
                <a:cubicBezTo>
                  <a:pt x="64" y="11082"/>
                  <a:pt x="319" y="11909"/>
                  <a:pt x="765" y="12610"/>
                </a:cubicBezTo>
                <a:lnTo>
                  <a:pt x="191" y="20634"/>
                </a:lnTo>
                <a:lnTo>
                  <a:pt x="128" y="20634"/>
                </a:lnTo>
                <a:lnTo>
                  <a:pt x="128" y="21462"/>
                </a:lnTo>
                <a:lnTo>
                  <a:pt x="64" y="22226"/>
                </a:lnTo>
                <a:lnTo>
                  <a:pt x="128" y="22226"/>
                </a:lnTo>
                <a:lnTo>
                  <a:pt x="765" y="58399"/>
                </a:lnTo>
                <a:lnTo>
                  <a:pt x="7388" y="58399"/>
                </a:lnTo>
                <a:lnTo>
                  <a:pt x="8025" y="22163"/>
                </a:lnTo>
                <a:lnTo>
                  <a:pt x="8088" y="22163"/>
                </a:lnTo>
                <a:lnTo>
                  <a:pt x="8025" y="21398"/>
                </a:lnTo>
                <a:lnTo>
                  <a:pt x="8025" y="20571"/>
                </a:lnTo>
                <a:lnTo>
                  <a:pt x="7961" y="20571"/>
                </a:lnTo>
                <a:lnTo>
                  <a:pt x="7388" y="12546"/>
                </a:lnTo>
                <a:cubicBezTo>
                  <a:pt x="7833" y="11846"/>
                  <a:pt x="8088" y="11018"/>
                  <a:pt x="8152" y="10254"/>
                </a:cubicBezTo>
                <a:cubicBezTo>
                  <a:pt x="8152" y="8980"/>
                  <a:pt x="5605" y="3312"/>
                  <a:pt x="4840" y="1593"/>
                </a:cubicBezTo>
                <a:lnTo>
                  <a:pt x="407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3578878" y="1713623"/>
            <a:ext cx="779358" cy="716707"/>
          </a:xfrm>
          <a:custGeom>
            <a:avLst/>
            <a:gdLst/>
            <a:ahLst/>
            <a:cxnLst/>
            <a:rect l="l" t="t" r="r" b="b"/>
            <a:pathLst>
              <a:path w="32480" h="29869" extrusionOk="0">
                <a:moveTo>
                  <a:pt x="27258" y="1592"/>
                </a:moveTo>
                <a:cubicBezTo>
                  <a:pt x="29232" y="1592"/>
                  <a:pt x="30888" y="3248"/>
                  <a:pt x="30888" y="5222"/>
                </a:cubicBezTo>
                <a:lnTo>
                  <a:pt x="30888" y="16112"/>
                </a:lnTo>
                <a:cubicBezTo>
                  <a:pt x="30888" y="18086"/>
                  <a:pt x="29232" y="19679"/>
                  <a:pt x="27258" y="19679"/>
                </a:cubicBezTo>
                <a:lnTo>
                  <a:pt x="24328" y="19679"/>
                </a:lnTo>
                <a:lnTo>
                  <a:pt x="18151" y="25856"/>
                </a:lnTo>
                <a:lnTo>
                  <a:pt x="18406" y="19679"/>
                </a:lnTo>
                <a:lnTo>
                  <a:pt x="5223" y="19679"/>
                </a:lnTo>
                <a:cubicBezTo>
                  <a:pt x="3249" y="19679"/>
                  <a:pt x="1593" y="18086"/>
                  <a:pt x="1593" y="16112"/>
                </a:cubicBezTo>
                <a:lnTo>
                  <a:pt x="1593" y="5222"/>
                </a:lnTo>
                <a:cubicBezTo>
                  <a:pt x="1593" y="3248"/>
                  <a:pt x="3249" y="1592"/>
                  <a:pt x="5223" y="1592"/>
                </a:cubicBezTo>
                <a:close/>
                <a:moveTo>
                  <a:pt x="5223" y="0"/>
                </a:moveTo>
                <a:cubicBezTo>
                  <a:pt x="2357" y="0"/>
                  <a:pt x="1" y="2357"/>
                  <a:pt x="1" y="5222"/>
                </a:cubicBezTo>
                <a:lnTo>
                  <a:pt x="1" y="16112"/>
                </a:lnTo>
                <a:cubicBezTo>
                  <a:pt x="1" y="18978"/>
                  <a:pt x="2357" y="21271"/>
                  <a:pt x="5223" y="21271"/>
                </a:cubicBezTo>
                <a:lnTo>
                  <a:pt x="16750" y="21271"/>
                </a:lnTo>
                <a:lnTo>
                  <a:pt x="16431" y="29868"/>
                </a:lnTo>
                <a:lnTo>
                  <a:pt x="25029" y="21271"/>
                </a:lnTo>
                <a:lnTo>
                  <a:pt x="27258" y="21271"/>
                </a:lnTo>
                <a:cubicBezTo>
                  <a:pt x="30187" y="21271"/>
                  <a:pt x="32480" y="18978"/>
                  <a:pt x="32480" y="16112"/>
                </a:cubicBezTo>
                <a:lnTo>
                  <a:pt x="32480" y="5222"/>
                </a:lnTo>
                <a:cubicBezTo>
                  <a:pt x="32480" y="2357"/>
                  <a:pt x="30123" y="0"/>
                  <a:pt x="272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-1387439" y="827319"/>
            <a:ext cx="932182" cy="716707"/>
          </a:xfrm>
          <a:custGeom>
            <a:avLst/>
            <a:gdLst/>
            <a:ahLst/>
            <a:cxnLst/>
            <a:rect l="l" t="t" r="r" b="b"/>
            <a:pathLst>
              <a:path w="38849" h="29869" extrusionOk="0">
                <a:moveTo>
                  <a:pt x="33626" y="1593"/>
                </a:moveTo>
                <a:cubicBezTo>
                  <a:pt x="35600" y="1593"/>
                  <a:pt x="37256" y="3248"/>
                  <a:pt x="37256" y="5223"/>
                </a:cubicBezTo>
                <a:lnTo>
                  <a:pt x="37256" y="16113"/>
                </a:lnTo>
                <a:cubicBezTo>
                  <a:pt x="37256" y="18087"/>
                  <a:pt x="35600" y="19679"/>
                  <a:pt x="33626" y="19743"/>
                </a:cubicBezTo>
                <a:lnTo>
                  <a:pt x="30697" y="19743"/>
                </a:lnTo>
                <a:lnTo>
                  <a:pt x="24519" y="25856"/>
                </a:lnTo>
                <a:lnTo>
                  <a:pt x="24774" y="19679"/>
                </a:lnTo>
                <a:lnTo>
                  <a:pt x="5223" y="19679"/>
                </a:lnTo>
                <a:cubicBezTo>
                  <a:pt x="3249" y="19679"/>
                  <a:pt x="1593" y="18087"/>
                  <a:pt x="1593" y="16113"/>
                </a:cubicBezTo>
                <a:lnTo>
                  <a:pt x="1593" y="5223"/>
                </a:lnTo>
                <a:cubicBezTo>
                  <a:pt x="1593" y="3248"/>
                  <a:pt x="3249" y="1593"/>
                  <a:pt x="5223" y="1593"/>
                </a:cubicBezTo>
                <a:close/>
                <a:moveTo>
                  <a:pt x="5223" y="1"/>
                </a:moveTo>
                <a:cubicBezTo>
                  <a:pt x="2357" y="1"/>
                  <a:pt x="1" y="2357"/>
                  <a:pt x="1" y="5223"/>
                </a:cubicBezTo>
                <a:lnTo>
                  <a:pt x="1" y="16113"/>
                </a:lnTo>
                <a:cubicBezTo>
                  <a:pt x="1" y="18978"/>
                  <a:pt x="2357" y="21335"/>
                  <a:pt x="5223" y="21335"/>
                </a:cubicBezTo>
                <a:lnTo>
                  <a:pt x="23118" y="21335"/>
                </a:lnTo>
                <a:lnTo>
                  <a:pt x="22800" y="29868"/>
                </a:lnTo>
                <a:lnTo>
                  <a:pt x="31397" y="21335"/>
                </a:lnTo>
                <a:lnTo>
                  <a:pt x="33626" y="21335"/>
                </a:lnTo>
                <a:cubicBezTo>
                  <a:pt x="36556" y="21271"/>
                  <a:pt x="38848" y="18978"/>
                  <a:pt x="38848" y="16113"/>
                </a:cubicBezTo>
                <a:lnTo>
                  <a:pt x="38848" y="5223"/>
                </a:lnTo>
                <a:cubicBezTo>
                  <a:pt x="38848" y="2357"/>
                  <a:pt x="36556" y="1"/>
                  <a:pt x="33626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3328274" y="2971248"/>
            <a:ext cx="236879" cy="1473101"/>
          </a:xfrm>
          <a:custGeom>
            <a:avLst/>
            <a:gdLst/>
            <a:ahLst/>
            <a:cxnLst/>
            <a:rect l="l" t="t" r="r" b="b"/>
            <a:pathLst>
              <a:path w="9872" h="61392" extrusionOk="0">
                <a:moveTo>
                  <a:pt x="6751" y="16431"/>
                </a:moveTo>
                <a:lnTo>
                  <a:pt x="7261" y="23563"/>
                </a:lnTo>
                <a:lnTo>
                  <a:pt x="2675" y="23563"/>
                </a:lnTo>
                <a:lnTo>
                  <a:pt x="3121" y="16431"/>
                </a:lnTo>
                <a:close/>
                <a:moveTo>
                  <a:pt x="4522" y="0"/>
                </a:moveTo>
                <a:cubicBezTo>
                  <a:pt x="3312" y="2229"/>
                  <a:pt x="1" y="8661"/>
                  <a:pt x="1" y="10890"/>
                </a:cubicBezTo>
                <a:cubicBezTo>
                  <a:pt x="1" y="12482"/>
                  <a:pt x="765" y="13947"/>
                  <a:pt x="1975" y="14902"/>
                </a:cubicBezTo>
                <a:lnTo>
                  <a:pt x="1657" y="14902"/>
                </a:lnTo>
                <a:lnTo>
                  <a:pt x="1020" y="23627"/>
                </a:lnTo>
                <a:lnTo>
                  <a:pt x="956" y="23627"/>
                </a:lnTo>
                <a:lnTo>
                  <a:pt x="956" y="24455"/>
                </a:lnTo>
                <a:lnTo>
                  <a:pt x="956" y="25219"/>
                </a:lnTo>
                <a:lnTo>
                  <a:pt x="1020" y="25219"/>
                </a:lnTo>
                <a:lnTo>
                  <a:pt x="1593" y="61391"/>
                </a:lnTo>
                <a:lnTo>
                  <a:pt x="8216" y="61391"/>
                </a:lnTo>
                <a:lnTo>
                  <a:pt x="8853" y="25219"/>
                </a:lnTo>
                <a:lnTo>
                  <a:pt x="8916" y="25219"/>
                </a:lnTo>
                <a:lnTo>
                  <a:pt x="8853" y="24455"/>
                </a:lnTo>
                <a:lnTo>
                  <a:pt x="8853" y="23627"/>
                </a:lnTo>
                <a:lnTo>
                  <a:pt x="8789" y="23627"/>
                </a:lnTo>
                <a:lnTo>
                  <a:pt x="8216" y="14902"/>
                </a:lnTo>
                <a:lnTo>
                  <a:pt x="7834" y="14902"/>
                </a:lnTo>
                <a:cubicBezTo>
                  <a:pt x="9108" y="13947"/>
                  <a:pt x="9872" y="12482"/>
                  <a:pt x="9872" y="10890"/>
                </a:cubicBezTo>
                <a:cubicBezTo>
                  <a:pt x="9872" y="8661"/>
                  <a:pt x="6560" y="2229"/>
                  <a:pt x="5350" y="0"/>
                </a:cubicBezTo>
                <a:lnTo>
                  <a:pt x="5350" y="9553"/>
                </a:lnTo>
                <a:cubicBezTo>
                  <a:pt x="7261" y="10062"/>
                  <a:pt x="6879" y="12801"/>
                  <a:pt x="4904" y="12801"/>
                </a:cubicBezTo>
                <a:cubicBezTo>
                  <a:pt x="2994" y="12801"/>
                  <a:pt x="2612" y="10062"/>
                  <a:pt x="4522" y="9553"/>
                </a:cubicBezTo>
                <a:lnTo>
                  <a:pt x="45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3759681" y="2919947"/>
            <a:ext cx="126382" cy="71193"/>
          </a:xfrm>
          <a:custGeom>
            <a:avLst/>
            <a:gdLst/>
            <a:ahLst/>
            <a:cxnLst/>
            <a:rect l="l" t="t" r="r" b="b"/>
            <a:pathLst>
              <a:path w="5267" h="2967" extrusionOk="0">
                <a:moveTo>
                  <a:pt x="1179" y="1"/>
                </a:moveTo>
                <a:cubicBezTo>
                  <a:pt x="396" y="1"/>
                  <a:pt x="0" y="1235"/>
                  <a:pt x="936" y="1565"/>
                </a:cubicBezTo>
                <a:cubicBezTo>
                  <a:pt x="1891" y="1947"/>
                  <a:pt x="2846" y="2329"/>
                  <a:pt x="3802" y="2839"/>
                </a:cubicBezTo>
                <a:cubicBezTo>
                  <a:pt x="3865" y="2902"/>
                  <a:pt x="3993" y="2966"/>
                  <a:pt x="4120" y="2966"/>
                </a:cubicBezTo>
                <a:cubicBezTo>
                  <a:pt x="4948" y="2966"/>
                  <a:pt x="5266" y="1820"/>
                  <a:pt x="4502" y="1438"/>
                </a:cubicBezTo>
                <a:cubicBezTo>
                  <a:pt x="3547" y="928"/>
                  <a:pt x="2528" y="482"/>
                  <a:pt x="1573" y="100"/>
                </a:cubicBezTo>
                <a:cubicBezTo>
                  <a:pt x="1434" y="31"/>
                  <a:pt x="1302" y="1"/>
                  <a:pt x="117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2"/>
          <p:cNvSpPr/>
          <p:nvPr/>
        </p:nvSpPr>
        <p:spPr>
          <a:xfrm>
            <a:off x="4206947" y="3632911"/>
            <a:ext cx="151288" cy="169645"/>
          </a:xfrm>
          <a:custGeom>
            <a:avLst/>
            <a:gdLst/>
            <a:ahLst/>
            <a:cxnLst/>
            <a:rect l="l" t="t" r="r" b="b"/>
            <a:pathLst>
              <a:path w="6305" h="7070" extrusionOk="0">
                <a:moveTo>
                  <a:pt x="3121" y="0"/>
                </a:moveTo>
                <a:cubicBezTo>
                  <a:pt x="2675" y="0"/>
                  <a:pt x="2293" y="319"/>
                  <a:pt x="2293" y="765"/>
                </a:cubicBezTo>
                <a:lnTo>
                  <a:pt x="0" y="765"/>
                </a:lnTo>
                <a:lnTo>
                  <a:pt x="0" y="7069"/>
                </a:lnTo>
                <a:lnTo>
                  <a:pt x="6305" y="7069"/>
                </a:lnTo>
                <a:lnTo>
                  <a:pt x="6305" y="828"/>
                </a:lnTo>
                <a:lnTo>
                  <a:pt x="3885" y="828"/>
                </a:lnTo>
                <a:lnTo>
                  <a:pt x="3885" y="765"/>
                </a:lnTo>
                <a:cubicBezTo>
                  <a:pt x="3885" y="319"/>
                  <a:pt x="3566" y="0"/>
                  <a:pt x="312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3902835" y="2990972"/>
            <a:ext cx="301065" cy="314934"/>
          </a:xfrm>
          <a:custGeom>
            <a:avLst/>
            <a:gdLst/>
            <a:ahLst/>
            <a:cxnLst/>
            <a:rect l="l" t="t" r="r" b="b"/>
            <a:pathLst>
              <a:path w="12547" h="13125" extrusionOk="0">
                <a:moveTo>
                  <a:pt x="920" y="1"/>
                </a:moveTo>
                <a:cubicBezTo>
                  <a:pt x="664" y="1"/>
                  <a:pt x="420" y="141"/>
                  <a:pt x="256" y="388"/>
                </a:cubicBezTo>
                <a:cubicBezTo>
                  <a:pt x="1" y="707"/>
                  <a:pt x="128" y="1216"/>
                  <a:pt x="510" y="1471"/>
                </a:cubicBezTo>
                <a:cubicBezTo>
                  <a:pt x="1338" y="2044"/>
                  <a:pt x="2166" y="2617"/>
                  <a:pt x="2994" y="3318"/>
                </a:cubicBezTo>
                <a:cubicBezTo>
                  <a:pt x="3121" y="3381"/>
                  <a:pt x="3312" y="3445"/>
                  <a:pt x="3504" y="3445"/>
                </a:cubicBezTo>
                <a:lnTo>
                  <a:pt x="3567" y="3445"/>
                </a:lnTo>
                <a:lnTo>
                  <a:pt x="3567" y="9049"/>
                </a:lnTo>
                <a:lnTo>
                  <a:pt x="9490" y="9049"/>
                </a:lnTo>
                <a:cubicBezTo>
                  <a:pt x="9171" y="9304"/>
                  <a:pt x="9108" y="9750"/>
                  <a:pt x="9299" y="10068"/>
                </a:cubicBezTo>
                <a:cubicBezTo>
                  <a:pt x="9936" y="10960"/>
                  <a:pt x="10445" y="11851"/>
                  <a:pt x="10955" y="12743"/>
                </a:cubicBezTo>
                <a:cubicBezTo>
                  <a:pt x="11082" y="12998"/>
                  <a:pt x="11337" y="13125"/>
                  <a:pt x="11655" y="13125"/>
                </a:cubicBezTo>
                <a:cubicBezTo>
                  <a:pt x="11782" y="13125"/>
                  <a:pt x="11910" y="13125"/>
                  <a:pt x="12037" y="12998"/>
                </a:cubicBezTo>
                <a:cubicBezTo>
                  <a:pt x="12419" y="12807"/>
                  <a:pt x="12547" y="12361"/>
                  <a:pt x="12356" y="11915"/>
                </a:cubicBezTo>
                <a:cubicBezTo>
                  <a:pt x="11846" y="11023"/>
                  <a:pt x="11273" y="10068"/>
                  <a:pt x="10636" y="9177"/>
                </a:cubicBezTo>
                <a:cubicBezTo>
                  <a:pt x="10445" y="8922"/>
                  <a:pt x="10190" y="8858"/>
                  <a:pt x="9872" y="8858"/>
                </a:cubicBezTo>
                <a:lnTo>
                  <a:pt x="9872" y="2744"/>
                </a:lnTo>
                <a:lnTo>
                  <a:pt x="4268" y="2744"/>
                </a:lnTo>
                <a:cubicBezTo>
                  <a:pt x="4268" y="2490"/>
                  <a:pt x="4204" y="2235"/>
                  <a:pt x="4013" y="2044"/>
                </a:cubicBezTo>
                <a:cubicBezTo>
                  <a:pt x="3121" y="1407"/>
                  <a:pt x="2230" y="707"/>
                  <a:pt x="1338" y="133"/>
                </a:cubicBezTo>
                <a:cubicBezTo>
                  <a:pt x="1203" y="43"/>
                  <a:pt x="1060" y="1"/>
                  <a:pt x="9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3358844" y="2801628"/>
            <a:ext cx="234863" cy="151288"/>
          </a:xfrm>
          <a:custGeom>
            <a:avLst/>
            <a:gdLst/>
            <a:ahLst/>
            <a:cxnLst/>
            <a:rect l="l" t="t" r="r" b="b"/>
            <a:pathLst>
              <a:path w="9788" h="6305" extrusionOk="0">
                <a:moveTo>
                  <a:pt x="0" y="0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4140"/>
                </a:lnTo>
                <a:cubicBezTo>
                  <a:pt x="7133" y="4140"/>
                  <a:pt x="7834" y="4203"/>
                  <a:pt x="8598" y="4267"/>
                </a:cubicBezTo>
                <a:lnTo>
                  <a:pt x="8725" y="4267"/>
                </a:lnTo>
                <a:cubicBezTo>
                  <a:pt x="8745" y="4268"/>
                  <a:pt x="8765" y="4269"/>
                  <a:pt x="8784" y="4269"/>
                </a:cubicBezTo>
                <a:cubicBezTo>
                  <a:pt x="9746" y="4269"/>
                  <a:pt x="9788" y="2737"/>
                  <a:pt x="8789" y="2675"/>
                </a:cubicBezTo>
                <a:cubicBezTo>
                  <a:pt x="7961" y="2611"/>
                  <a:pt x="7133" y="2548"/>
                  <a:pt x="6305" y="2548"/>
                </a:cubicBezTo>
                <a:lnTo>
                  <a:pt x="630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4240660" y="3481406"/>
            <a:ext cx="56460" cy="113328"/>
          </a:xfrm>
          <a:custGeom>
            <a:avLst/>
            <a:gdLst/>
            <a:ahLst/>
            <a:cxnLst/>
            <a:rect l="l" t="t" r="r" b="b"/>
            <a:pathLst>
              <a:path w="2353" h="4723" extrusionOk="0">
                <a:moveTo>
                  <a:pt x="968" y="1"/>
                </a:moveTo>
                <a:cubicBezTo>
                  <a:pt x="491" y="1"/>
                  <a:pt x="1" y="395"/>
                  <a:pt x="187" y="1029"/>
                </a:cubicBezTo>
                <a:cubicBezTo>
                  <a:pt x="378" y="1984"/>
                  <a:pt x="569" y="3003"/>
                  <a:pt x="697" y="4022"/>
                </a:cubicBezTo>
                <a:cubicBezTo>
                  <a:pt x="760" y="4404"/>
                  <a:pt x="1079" y="4722"/>
                  <a:pt x="1524" y="4722"/>
                </a:cubicBezTo>
                <a:lnTo>
                  <a:pt x="1588" y="4722"/>
                </a:lnTo>
                <a:cubicBezTo>
                  <a:pt x="2034" y="4659"/>
                  <a:pt x="2352" y="4276"/>
                  <a:pt x="2289" y="3831"/>
                </a:cubicBezTo>
                <a:cubicBezTo>
                  <a:pt x="2161" y="2748"/>
                  <a:pt x="1970" y="1729"/>
                  <a:pt x="1716" y="646"/>
                </a:cubicBezTo>
                <a:cubicBezTo>
                  <a:pt x="1636" y="198"/>
                  <a:pt x="1306" y="1"/>
                  <a:pt x="9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3623197" y="2875820"/>
            <a:ext cx="116160" cy="57252"/>
          </a:xfrm>
          <a:custGeom>
            <a:avLst/>
            <a:gdLst/>
            <a:ahLst/>
            <a:cxnLst/>
            <a:rect l="l" t="t" r="r" b="b"/>
            <a:pathLst>
              <a:path w="4841" h="2386" extrusionOk="0">
                <a:moveTo>
                  <a:pt x="759" y="0"/>
                </a:moveTo>
                <a:cubicBezTo>
                  <a:pt x="402" y="0"/>
                  <a:pt x="118" y="287"/>
                  <a:pt x="64" y="666"/>
                </a:cubicBezTo>
                <a:cubicBezTo>
                  <a:pt x="1" y="1111"/>
                  <a:pt x="255" y="1557"/>
                  <a:pt x="701" y="1621"/>
                </a:cubicBezTo>
                <a:cubicBezTo>
                  <a:pt x="1720" y="1812"/>
                  <a:pt x="2739" y="2067"/>
                  <a:pt x="3694" y="2385"/>
                </a:cubicBezTo>
                <a:lnTo>
                  <a:pt x="3949" y="2385"/>
                </a:lnTo>
                <a:cubicBezTo>
                  <a:pt x="4268" y="2321"/>
                  <a:pt x="4586" y="2130"/>
                  <a:pt x="4713" y="1812"/>
                </a:cubicBezTo>
                <a:cubicBezTo>
                  <a:pt x="4841" y="1366"/>
                  <a:pt x="4586" y="920"/>
                  <a:pt x="4140" y="793"/>
                </a:cubicBezTo>
                <a:cubicBezTo>
                  <a:pt x="3121" y="475"/>
                  <a:pt x="2102" y="220"/>
                  <a:pt x="956" y="29"/>
                </a:cubicBezTo>
                <a:cubicBezTo>
                  <a:pt x="889" y="10"/>
                  <a:pt x="823" y="0"/>
                  <a:pt x="7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4191423" y="3335613"/>
            <a:ext cx="73593" cy="110881"/>
          </a:xfrm>
          <a:custGeom>
            <a:avLst/>
            <a:gdLst/>
            <a:ahLst/>
            <a:cxnLst/>
            <a:rect l="l" t="t" r="r" b="b"/>
            <a:pathLst>
              <a:path w="3067" h="4621" extrusionOk="0">
                <a:moveTo>
                  <a:pt x="1048" y="1"/>
                </a:moveTo>
                <a:cubicBezTo>
                  <a:pt x="518" y="1"/>
                  <a:pt x="0" y="525"/>
                  <a:pt x="329" y="1182"/>
                </a:cubicBezTo>
                <a:cubicBezTo>
                  <a:pt x="711" y="2074"/>
                  <a:pt x="1093" y="3092"/>
                  <a:pt x="1411" y="4048"/>
                </a:cubicBezTo>
                <a:cubicBezTo>
                  <a:pt x="1539" y="4366"/>
                  <a:pt x="1857" y="4621"/>
                  <a:pt x="2175" y="4621"/>
                </a:cubicBezTo>
                <a:cubicBezTo>
                  <a:pt x="2239" y="4621"/>
                  <a:pt x="2366" y="4621"/>
                  <a:pt x="2430" y="4557"/>
                </a:cubicBezTo>
                <a:cubicBezTo>
                  <a:pt x="2812" y="4430"/>
                  <a:pt x="3067" y="3984"/>
                  <a:pt x="2940" y="3538"/>
                </a:cubicBezTo>
                <a:cubicBezTo>
                  <a:pt x="2621" y="2519"/>
                  <a:pt x="2239" y="1500"/>
                  <a:pt x="1793" y="545"/>
                </a:cubicBezTo>
                <a:cubicBezTo>
                  <a:pt x="1635" y="160"/>
                  <a:pt x="1340" y="1"/>
                  <a:pt x="10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-1914609" y="1987070"/>
            <a:ext cx="215475" cy="415737"/>
          </a:xfrm>
          <a:custGeom>
            <a:avLst/>
            <a:gdLst/>
            <a:ahLst/>
            <a:cxnLst/>
            <a:rect l="l" t="t" r="r" b="b"/>
            <a:pathLst>
              <a:path w="8980" h="17326" extrusionOk="0">
                <a:moveTo>
                  <a:pt x="5509" y="0"/>
                </a:moveTo>
                <a:cubicBezTo>
                  <a:pt x="5187" y="0"/>
                  <a:pt x="4877" y="174"/>
                  <a:pt x="4776" y="577"/>
                </a:cubicBezTo>
                <a:cubicBezTo>
                  <a:pt x="4458" y="1659"/>
                  <a:pt x="4267" y="2742"/>
                  <a:pt x="4076" y="3761"/>
                </a:cubicBezTo>
                <a:cubicBezTo>
                  <a:pt x="4012" y="4079"/>
                  <a:pt x="4076" y="4334"/>
                  <a:pt x="4331" y="4525"/>
                </a:cubicBezTo>
                <a:lnTo>
                  <a:pt x="0" y="8856"/>
                </a:lnTo>
                <a:lnTo>
                  <a:pt x="4012" y="12868"/>
                </a:lnTo>
                <a:cubicBezTo>
                  <a:pt x="3757" y="12995"/>
                  <a:pt x="3694" y="13250"/>
                  <a:pt x="3694" y="13505"/>
                </a:cubicBezTo>
                <a:cubicBezTo>
                  <a:pt x="3821" y="14587"/>
                  <a:pt x="4012" y="15670"/>
                  <a:pt x="4203" y="16689"/>
                </a:cubicBezTo>
                <a:cubicBezTo>
                  <a:pt x="4267" y="17071"/>
                  <a:pt x="4585" y="17326"/>
                  <a:pt x="4967" y="17326"/>
                </a:cubicBezTo>
                <a:lnTo>
                  <a:pt x="5158" y="17326"/>
                </a:lnTo>
                <a:cubicBezTo>
                  <a:pt x="5541" y="17262"/>
                  <a:pt x="5859" y="16816"/>
                  <a:pt x="5732" y="16434"/>
                </a:cubicBezTo>
                <a:cubicBezTo>
                  <a:pt x="5541" y="15415"/>
                  <a:pt x="5413" y="14396"/>
                  <a:pt x="5286" y="13377"/>
                </a:cubicBezTo>
                <a:cubicBezTo>
                  <a:pt x="5222" y="13123"/>
                  <a:pt x="5158" y="12932"/>
                  <a:pt x="4967" y="12804"/>
                </a:cubicBezTo>
                <a:lnTo>
                  <a:pt x="8979" y="8856"/>
                </a:lnTo>
                <a:lnTo>
                  <a:pt x="4776" y="4716"/>
                </a:lnTo>
                <a:lnTo>
                  <a:pt x="4840" y="4716"/>
                </a:lnTo>
                <a:cubicBezTo>
                  <a:pt x="5222" y="4716"/>
                  <a:pt x="5541" y="4462"/>
                  <a:pt x="5668" y="4079"/>
                </a:cubicBezTo>
                <a:cubicBezTo>
                  <a:pt x="5859" y="3061"/>
                  <a:pt x="6050" y="2042"/>
                  <a:pt x="6368" y="1023"/>
                </a:cubicBezTo>
                <a:cubicBezTo>
                  <a:pt x="6522" y="407"/>
                  <a:pt x="6001" y="0"/>
                  <a:pt x="5509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-1742565" y="2580202"/>
            <a:ext cx="87750" cy="103778"/>
          </a:xfrm>
          <a:custGeom>
            <a:avLst/>
            <a:gdLst/>
            <a:ahLst/>
            <a:cxnLst/>
            <a:rect l="l" t="t" r="r" b="b"/>
            <a:pathLst>
              <a:path w="3657" h="4325" extrusionOk="0">
                <a:moveTo>
                  <a:pt x="1064" y="1"/>
                </a:moveTo>
                <a:cubicBezTo>
                  <a:pt x="528" y="1"/>
                  <a:pt x="1" y="559"/>
                  <a:pt x="345" y="1204"/>
                </a:cubicBezTo>
                <a:cubicBezTo>
                  <a:pt x="918" y="2159"/>
                  <a:pt x="1427" y="3051"/>
                  <a:pt x="2064" y="3942"/>
                </a:cubicBezTo>
                <a:cubicBezTo>
                  <a:pt x="2192" y="4197"/>
                  <a:pt x="2446" y="4325"/>
                  <a:pt x="2701" y="4325"/>
                </a:cubicBezTo>
                <a:cubicBezTo>
                  <a:pt x="2892" y="4325"/>
                  <a:pt x="3019" y="4261"/>
                  <a:pt x="3147" y="4197"/>
                </a:cubicBezTo>
                <a:cubicBezTo>
                  <a:pt x="3529" y="3942"/>
                  <a:pt x="3656" y="3433"/>
                  <a:pt x="3402" y="3051"/>
                </a:cubicBezTo>
                <a:cubicBezTo>
                  <a:pt x="2828" y="2223"/>
                  <a:pt x="2255" y="1331"/>
                  <a:pt x="1746" y="440"/>
                </a:cubicBezTo>
                <a:cubicBezTo>
                  <a:pt x="1580" y="130"/>
                  <a:pt x="1321" y="1"/>
                  <a:pt x="1064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2"/>
          <p:cNvSpPr/>
          <p:nvPr/>
        </p:nvSpPr>
        <p:spPr>
          <a:xfrm>
            <a:off x="-1796962" y="2440191"/>
            <a:ext cx="68794" cy="109321"/>
          </a:xfrm>
          <a:custGeom>
            <a:avLst/>
            <a:gdLst/>
            <a:ahLst/>
            <a:cxnLst/>
            <a:rect l="l" t="t" r="r" b="b"/>
            <a:pathLst>
              <a:path w="2867" h="4556" extrusionOk="0">
                <a:moveTo>
                  <a:pt x="908" y="1"/>
                </a:moveTo>
                <a:cubicBezTo>
                  <a:pt x="839" y="1"/>
                  <a:pt x="769" y="11"/>
                  <a:pt x="701" y="34"/>
                </a:cubicBezTo>
                <a:cubicBezTo>
                  <a:pt x="255" y="161"/>
                  <a:pt x="1" y="607"/>
                  <a:pt x="128" y="989"/>
                </a:cubicBezTo>
                <a:cubicBezTo>
                  <a:pt x="446" y="2072"/>
                  <a:pt x="829" y="3091"/>
                  <a:pt x="1274" y="4046"/>
                </a:cubicBezTo>
                <a:cubicBezTo>
                  <a:pt x="1402" y="4364"/>
                  <a:pt x="1656" y="4555"/>
                  <a:pt x="1975" y="4555"/>
                </a:cubicBezTo>
                <a:cubicBezTo>
                  <a:pt x="2102" y="4555"/>
                  <a:pt x="2230" y="4555"/>
                  <a:pt x="2293" y="4492"/>
                </a:cubicBezTo>
                <a:cubicBezTo>
                  <a:pt x="2675" y="4301"/>
                  <a:pt x="2866" y="3855"/>
                  <a:pt x="2675" y="3473"/>
                </a:cubicBezTo>
                <a:cubicBezTo>
                  <a:pt x="2293" y="2517"/>
                  <a:pt x="1911" y="1499"/>
                  <a:pt x="1656" y="543"/>
                </a:cubicBezTo>
                <a:cubicBezTo>
                  <a:pt x="1552" y="229"/>
                  <a:pt x="1231" y="1"/>
                  <a:pt x="908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-1778629" y="1845187"/>
            <a:ext cx="77552" cy="108361"/>
          </a:xfrm>
          <a:custGeom>
            <a:avLst/>
            <a:gdLst/>
            <a:ahLst/>
            <a:cxnLst/>
            <a:rect l="l" t="t" r="r" b="b"/>
            <a:pathLst>
              <a:path w="3232" h="4516" extrusionOk="0">
                <a:moveTo>
                  <a:pt x="2170" y="1"/>
                </a:moveTo>
                <a:cubicBezTo>
                  <a:pt x="1919" y="1"/>
                  <a:pt x="1674" y="130"/>
                  <a:pt x="1529" y="440"/>
                </a:cubicBezTo>
                <a:cubicBezTo>
                  <a:pt x="1020" y="1395"/>
                  <a:pt x="574" y="2414"/>
                  <a:pt x="192" y="3433"/>
                </a:cubicBezTo>
                <a:cubicBezTo>
                  <a:pt x="1" y="3815"/>
                  <a:pt x="192" y="4325"/>
                  <a:pt x="638" y="4516"/>
                </a:cubicBezTo>
                <a:lnTo>
                  <a:pt x="892" y="4516"/>
                </a:lnTo>
                <a:cubicBezTo>
                  <a:pt x="1211" y="4516"/>
                  <a:pt x="1529" y="4325"/>
                  <a:pt x="1657" y="4006"/>
                </a:cubicBezTo>
                <a:cubicBezTo>
                  <a:pt x="2039" y="3051"/>
                  <a:pt x="2421" y="2096"/>
                  <a:pt x="2930" y="1204"/>
                </a:cubicBezTo>
                <a:cubicBezTo>
                  <a:pt x="3231" y="559"/>
                  <a:pt x="2690" y="1"/>
                  <a:pt x="217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-1647209" y="1518015"/>
            <a:ext cx="213963" cy="213963"/>
          </a:xfrm>
          <a:custGeom>
            <a:avLst/>
            <a:gdLst/>
            <a:ahLst/>
            <a:cxnLst/>
            <a:rect l="l" t="t" r="r" b="b"/>
            <a:pathLst>
              <a:path w="8917" h="8917" extrusionOk="0">
                <a:moveTo>
                  <a:pt x="4459" y="1"/>
                </a:moveTo>
                <a:lnTo>
                  <a:pt x="1" y="4459"/>
                </a:lnTo>
                <a:lnTo>
                  <a:pt x="1656" y="6114"/>
                </a:lnTo>
                <a:lnTo>
                  <a:pt x="1656" y="6178"/>
                </a:lnTo>
                <a:cubicBezTo>
                  <a:pt x="1338" y="6496"/>
                  <a:pt x="1338" y="7006"/>
                  <a:pt x="1656" y="7324"/>
                </a:cubicBezTo>
                <a:cubicBezTo>
                  <a:pt x="1784" y="7452"/>
                  <a:pt x="1975" y="7515"/>
                  <a:pt x="2230" y="7515"/>
                </a:cubicBezTo>
                <a:cubicBezTo>
                  <a:pt x="2421" y="7515"/>
                  <a:pt x="2612" y="7452"/>
                  <a:pt x="2803" y="7261"/>
                </a:cubicBezTo>
                <a:lnTo>
                  <a:pt x="4459" y="8916"/>
                </a:lnTo>
                <a:lnTo>
                  <a:pt x="8916" y="4459"/>
                </a:lnTo>
                <a:lnTo>
                  <a:pt x="445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-1709860" y="1717486"/>
            <a:ext cx="87126" cy="100059"/>
          </a:xfrm>
          <a:custGeom>
            <a:avLst/>
            <a:gdLst/>
            <a:ahLst/>
            <a:cxnLst/>
            <a:rect l="l" t="t" r="r" b="b"/>
            <a:pathLst>
              <a:path w="3631" h="4170" extrusionOk="0">
                <a:moveTo>
                  <a:pt x="2782" y="0"/>
                </a:moveTo>
                <a:cubicBezTo>
                  <a:pt x="2549" y="0"/>
                  <a:pt x="2314" y="100"/>
                  <a:pt x="2166" y="285"/>
                </a:cubicBezTo>
                <a:cubicBezTo>
                  <a:pt x="1465" y="1113"/>
                  <a:pt x="829" y="2005"/>
                  <a:pt x="255" y="2960"/>
                </a:cubicBezTo>
                <a:cubicBezTo>
                  <a:pt x="1" y="3342"/>
                  <a:pt x="128" y="3788"/>
                  <a:pt x="510" y="4042"/>
                </a:cubicBezTo>
                <a:cubicBezTo>
                  <a:pt x="637" y="4106"/>
                  <a:pt x="765" y="4170"/>
                  <a:pt x="892" y="4170"/>
                </a:cubicBezTo>
                <a:cubicBezTo>
                  <a:pt x="1211" y="4170"/>
                  <a:pt x="1465" y="4042"/>
                  <a:pt x="1593" y="3788"/>
                </a:cubicBezTo>
                <a:cubicBezTo>
                  <a:pt x="2166" y="2960"/>
                  <a:pt x="2739" y="2068"/>
                  <a:pt x="3376" y="1304"/>
                </a:cubicBezTo>
                <a:cubicBezTo>
                  <a:pt x="3631" y="922"/>
                  <a:pt x="3567" y="412"/>
                  <a:pt x="3249" y="158"/>
                </a:cubicBezTo>
                <a:cubicBezTo>
                  <a:pt x="3116" y="51"/>
                  <a:pt x="2949" y="0"/>
                  <a:pt x="278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-1658918" y="2705552"/>
            <a:ext cx="222626" cy="225985"/>
          </a:xfrm>
          <a:custGeom>
            <a:avLst/>
            <a:gdLst/>
            <a:ahLst/>
            <a:cxnLst/>
            <a:rect l="l" t="t" r="r" b="b"/>
            <a:pathLst>
              <a:path w="9278" h="9418" extrusionOk="0">
                <a:moveTo>
                  <a:pt x="1102" y="1"/>
                </a:moveTo>
                <a:cubicBezTo>
                  <a:pt x="511" y="1"/>
                  <a:pt x="0" y="732"/>
                  <a:pt x="552" y="1330"/>
                </a:cubicBezTo>
                <a:cubicBezTo>
                  <a:pt x="1062" y="1966"/>
                  <a:pt x="1635" y="2603"/>
                  <a:pt x="2144" y="3176"/>
                </a:cubicBezTo>
                <a:lnTo>
                  <a:pt x="361" y="4959"/>
                </a:lnTo>
                <a:lnTo>
                  <a:pt x="4819" y="9417"/>
                </a:lnTo>
                <a:lnTo>
                  <a:pt x="9277" y="4959"/>
                </a:lnTo>
                <a:lnTo>
                  <a:pt x="4819" y="502"/>
                </a:lnTo>
                <a:lnTo>
                  <a:pt x="3291" y="2094"/>
                </a:lnTo>
                <a:cubicBezTo>
                  <a:pt x="2781" y="1521"/>
                  <a:pt x="2272" y="947"/>
                  <a:pt x="1762" y="374"/>
                </a:cubicBezTo>
                <a:cubicBezTo>
                  <a:pt x="1568" y="109"/>
                  <a:pt x="1329" y="1"/>
                  <a:pt x="110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-828907" y="4537210"/>
            <a:ext cx="309464" cy="315150"/>
          </a:xfrm>
          <a:custGeom>
            <a:avLst/>
            <a:gdLst/>
            <a:ahLst/>
            <a:cxnLst/>
            <a:rect l="l" t="t" r="r" b="b"/>
            <a:pathLst>
              <a:path w="12897" h="13134" extrusionOk="0">
                <a:moveTo>
                  <a:pt x="1070" y="1"/>
                </a:moveTo>
                <a:cubicBezTo>
                  <a:pt x="523" y="1"/>
                  <a:pt x="0" y="567"/>
                  <a:pt x="351" y="1224"/>
                </a:cubicBezTo>
                <a:cubicBezTo>
                  <a:pt x="860" y="2179"/>
                  <a:pt x="1433" y="3071"/>
                  <a:pt x="2070" y="3963"/>
                </a:cubicBezTo>
                <a:cubicBezTo>
                  <a:pt x="2198" y="4154"/>
                  <a:pt x="2452" y="4281"/>
                  <a:pt x="2707" y="4345"/>
                </a:cubicBezTo>
                <a:lnTo>
                  <a:pt x="2834" y="4345"/>
                </a:lnTo>
                <a:lnTo>
                  <a:pt x="2834" y="10458"/>
                </a:lnTo>
                <a:lnTo>
                  <a:pt x="8439" y="10458"/>
                </a:lnTo>
                <a:cubicBezTo>
                  <a:pt x="8439" y="10713"/>
                  <a:pt x="8502" y="10968"/>
                  <a:pt x="8693" y="11095"/>
                </a:cubicBezTo>
                <a:cubicBezTo>
                  <a:pt x="9585" y="11796"/>
                  <a:pt x="10476" y="12433"/>
                  <a:pt x="11368" y="13006"/>
                </a:cubicBezTo>
                <a:cubicBezTo>
                  <a:pt x="11495" y="13133"/>
                  <a:pt x="11623" y="13133"/>
                  <a:pt x="11814" y="13133"/>
                </a:cubicBezTo>
                <a:cubicBezTo>
                  <a:pt x="12578" y="13133"/>
                  <a:pt x="12896" y="12114"/>
                  <a:pt x="12196" y="11732"/>
                </a:cubicBezTo>
                <a:lnTo>
                  <a:pt x="12196" y="11668"/>
                </a:lnTo>
                <a:cubicBezTo>
                  <a:pt x="11368" y="11095"/>
                  <a:pt x="10540" y="10458"/>
                  <a:pt x="9712" y="9822"/>
                </a:cubicBezTo>
                <a:cubicBezTo>
                  <a:pt x="9572" y="9728"/>
                  <a:pt x="9433" y="9669"/>
                  <a:pt x="9268" y="9669"/>
                </a:cubicBezTo>
                <a:cubicBezTo>
                  <a:pt x="9207" y="9669"/>
                  <a:pt x="9144" y="9677"/>
                  <a:pt x="9075" y="9694"/>
                </a:cubicBezTo>
                <a:lnTo>
                  <a:pt x="9075" y="4090"/>
                </a:lnTo>
                <a:lnTo>
                  <a:pt x="3217" y="4090"/>
                </a:lnTo>
                <a:cubicBezTo>
                  <a:pt x="3535" y="3835"/>
                  <a:pt x="3599" y="3389"/>
                  <a:pt x="3408" y="3071"/>
                </a:cubicBezTo>
                <a:cubicBezTo>
                  <a:pt x="2771" y="2179"/>
                  <a:pt x="2261" y="1288"/>
                  <a:pt x="1752" y="396"/>
                </a:cubicBezTo>
                <a:cubicBezTo>
                  <a:pt x="1573" y="118"/>
                  <a:pt x="1319" y="1"/>
                  <a:pt x="107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-368419" y="4909037"/>
            <a:ext cx="125566" cy="57924"/>
          </a:xfrm>
          <a:custGeom>
            <a:avLst/>
            <a:gdLst/>
            <a:ahLst/>
            <a:cxnLst/>
            <a:rect l="l" t="t" r="r" b="b"/>
            <a:pathLst>
              <a:path w="5233" h="2414" extrusionOk="0">
                <a:moveTo>
                  <a:pt x="1161" y="0"/>
                </a:moveTo>
                <a:cubicBezTo>
                  <a:pt x="305" y="0"/>
                  <a:pt x="0" y="1357"/>
                  <a:pt x="1029" y="1586"/>
                </a:cubicBezTo>
                <a:cubicBezTo>
                  <a:pt x="2048" y="1904"/>
                  <a:pt x="3131" y="2159"/>
                  <a:pt x="4213" y="2413"/>
                </a:cubicBezTo>
                <a:lnTo>
                  <a:pt x="4341" y="2413"/>
                </a:lnTo>
                <a:cubicBezTo>
                  <a:pt x="4723" y="2413"/>
                  <a:pt x="5041" y="2095"/>
                  <a:pt x="5105" y="1713"/>
                </a:cubicBezTo>
                <a:cubicBezTo>
                  <a:pt x="5232" y="1331"/>
                  <a:pt x="4914" y="885"/>
                  <a:pt x="4468" y="821"/>
                </a:cubicBezTo>
                <a:cubicBezTo>
                  <a:pt x="3449" y="630"/>
                  <a:pt x="2430" y="376"/>
                  <a:pt x="1475" y="57"/>
                </a:cubicBezTo>
                <a:cubicBezTo>
                  <a:pt x="1364" y="18"/>
                  <a:pt x="1259" y="0"/>
                  <a:pt x="1161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-918433" y="4248190"/>
            <a:ext cx="53629" cy="112105"/>
          </a:xfrm>
          <a:custGeom>
            <a:avLst/>
            <a:gdLst/>
            <a:ahLst/>
            <a:cxnLst/>
            <a:rect l="l" t="t" r="r" b="b"/>
            <a:pathLst>
              <a:path w="2235" h="4672" extrusionOk="0">
                <a:moveTo>
                  <a:pt x="875" y="1"/>
                </a:moveTo>
                <a:cubicBezTo>
                  <a:pt x="440" y="1"/>
                  <a:pt x="0" y="326"/>
                  <a:pt x="70" y="915"/>
                </a:cubicBezTo>
                <a:cubicBezTo>
                  <a:pt x="197" y="1933"/>
                  <a:pt x="388" y="3016"/>
                  <a:pt x="643" y="4099"/>
                </a:cubicBezTo>
                <a:cubicBezTo>
                  <a:pt x="706" y="4417"/>
                  <a:pt x="1025" y="4672"/>
                  <a:pt x="1407" y="4672"/>
                </a:cubicBezTo>
                <a:lnTo>
                  <a:pt x="1598" y="4672"/>
                </a:lnTo>
                <a:cubicBezTo>
                  <a:pt x="1980" y="4608"/>
                  <a:pt x="2235" y="4162"/>
                  <a:pt x="2171" y="3780"/>
                </a:cubicBezTo>
                <a:cubicBezTo>
                  <a:pt x="1916" y="2761"/>
                  <a:pt x="1789" y="1742"/>
                  <a:pt x="1662" y="723"/>
                </a:cubicBezTo>
                <a:cubicBezTo>
                  <a:pt x="1604" y="230"/>
                  <a:pt x="1241" y="1"/>
                  <a:pt x="875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-887767" y="4396863"/>
            <a:ext cx="71865" cy="110137"/>
          </a:xfrm>
          <a:custGeom>
            <a:avLst/>
            <a:gdLst/>
            <a:ahLst/>
            <a:cxnLst/>
            <a:rect l="l" t="t" r="r" b="b"/>
            <a:pathLst>
              <a:path w="2995" h="4590" extrusionOk="0">
                <a:moveTo>
                  <a:pt x="965" y="1"/>
                </a:moveTo>
                <a:cubicBezTo>
                  <a:pt x="483" y="1"/>
                  <a:pt x="0" y="407"/>
                  <a:pt x="193" y="1023"/>
                </a:cubicBezTo>
                <a:cubicBezTo>
                  <a:pt x="511" y="2106"/>
                  <a:pt x="893" y="3125"/>
                  <a:pt x="1339" y="4080"/>
                </a:cubicBezTo>
                <a:cubicBezTo>
                  <a:pt x="1466" y="4398"/>
                  <a:pt x="1785" y="4590"/>
                  <a:pt x="2103" y="4590"/>
                </a:cubicBezTo>
                <a:cubicBezTo>
                  <a:pt x="2167" y="4590"/>
                  <a:pt x="2294" y="4526"/>
                  <a:pt x="2422" y="4526"/>
                </a:cubicBezTo>
                <a:cubicBezTo>
                  <a:pt x="2804" y="4335"/>
                  <a:pt x="2995" y="3889"/>
                  <a:pt x="2804" y="3443"/>
                </a:cubicBezTo>
                <a:cubicBezTo>
                  <a:pt x="2422" y="2488"/>
                  <a:pt x="2040" y="1533"/>
                  <a:pt x="1721" y="577"/>
                </a:cubicBezTo>
                <a:cubicBezTo>
                  <a:pt x="1595" y="175"/>
                  <a:pt x="1280" y="1"/>
                  <a:pt x="965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-977892" y="4039386"/>
            <a:ext cx="151288" cy="171156"/>
          </a:xfrm>
          <a:custGeom>
            <a:avLst/>
            <a:gdLst/>
            <a:ahLst/>
            <a:cxnLst/>
            <a:rect l="l" t="t" r="r" b="b"/>
            <a:pathLst>
              <a:path w="6305" h="7133" extrusionOk="0">
                <a:moveTo>
                  <a:pt x="0" y="0"/>
                </a:moveTo>
                <a:lnTo>
                  <a:pt x="0" y="6305"/>
                </a:lnTo>
                <a:lnTo>
                  <a:pt x="2357" y="6305"/>
                </a:lnTo>
                <a:cubicBezTo>
                  <a:pt x="2357" y="6751"/>
                  <a:pt x="2739" y="7133"/>
                  <a:pt x="3184" y="7133"/>
                </a:cubicBezTo>
                <a:cubicBezTo>
                  <a:pt x="3567" y="7133"/>
                  <a:pt x="3949" y="6751"/>
                  <a:pt x="3949" y="6305"/>
                </a:cubicBezTo>
                <a:lnTo>
                  <a:pt x="6305" y="6305"/>
                </a:lnTo>
                <a:lnTo>
                  <a:pt x="6305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-509462" y="4852241"/>
            <a:ext cx="126022" cy="70401"/>
          </a:xfrm>
          <a:custGeom>
            <a:avLst/>
            <a:gdLst/>
            <a:ahLst/>
            <a:cxnLst/>
            <a:rect l="l" t="t" r="r" b="b"/>
            <a:pathLst>
              <a:path w="5252" h="2934" extrusionOk="0">
                <a:moveTo>
                  <a:pt x="1122" y="1"/>
                </a:moveTo>
                <a:cubicBezTo>
                  <a:pt x="404" y="1"/>
                  <a:pt x="0" y="1104"/>
                  <a:pt x="857" y="1533"/>
                </a:cubicBezTo>
                <a:cubicBezTo>
                  <a:pt x="1812" y="2042"/>
                  <a:pt x="2768" y="2488"/>
                  <a:pt x="3787" y="2870"/>
                </a:cubicBezTo>
                <a:cubicBezTo>
                  <a:pt x="3914" y="2934"/>
                  <a:pt x="3978" y="2934"/>
                  <a:pt x="4105" y="2934"/>
                </a:cubicBezTo>
                <a:cubicBezTo>
                  <a:pt x="4997" y="2934"/>
                  <a:pt x="5251" y="1724"/>
                  <a:pt x="4423" y="1405"/>
                </a:cubicBezTo>
                <a:cubicBezTo>
                  <a:pt x="3468" y="1023"/>
                  <a:pt x="2513" y="641"/>
                  <a:pt x="1558" y="131"/>
                </a:cubicBezTo>
                <a:cubicBezTo>
                  <a:pt x="1406" y="40"/>
                  <a:pt x="1258" y="1"/>
                  <a:pt x="112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-209260" y="4890537"/>
            <a:ext cx="227713" cy="151288"/>
          </a:xfrm>
          <a:custGeom>
            <a:avLst/>
            <a:gdLst/>
            <a:ahLst/>
            <a:cxnLst/>
            <a:rect l="l" t="t" r="r" b="b"/>
            <a:pathLst>
              <a:path w="9490" h="6305" extrusionOk="0">
                <a:moveTo>
                  <a:pt x="3185" y="0"/>
                </a:moveTo>
                <a:lnTo>
                  <a:pt x="3185" y="2165"/>
                </a:lnTo>
                <a:cubicBezTo>
                  <a:pt x="2420" y="2165"/>
                  <a:pt x="1656" y="2102"/>
                  <a:pt x="892" y="2038"/>
                </a:cubicBezTo>
                <a:cubicBezTo>
                  <a:pt x="854" y="2033"/>
                  <a:pt x="816" y="2030"/>
                  <a:pt x="779" y="2030"/>
                </a:cubicBezTo>
                <a:cubicBezTo>
                  <a:pt x="383" y="2030"/>
                  <a:pt x="64" y="2331"/>
                  <a:pt x="64" y="2739"/>
                </a:cubicBezTo>
                <a:cubicBezTo>
                  <a:pt x="0" y="3184"/>
                  <a:pt x="319" y="3566"/>
                  <a:pt x="765" y="3630"/>
                </a:cubicBezTo>
                <a:cubicBezTo>
                  <a:pt x="1529" y="3694"/>
                  <a:pt x="2357" y="3758"/>
                  <a:pt x="3185" y="3758"/>
                </a:cubicBezTo>
                <a:lnTo>
                  <a:pt x="3185" y="6305"/>
                </a:lnTo>
                <a:lnTo>
                  <a:pt x="9489" y="6305"/>
                </a:lnTo>
                <a:lnTo>
                  <a:pt x="948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1331051" y="1643317"/>
            <a:ext cx="230784" cy="230784"/>
          </a:xfrm>
          <a:custGeom>
            <a:avLst/>
            <a:gdLst/>
            <a:ahLst/>
            <a:cxnLst/>
            <a:rect l="l" t="t" r="r" b="b"/>
            <a:pathLst>
              <a:path w="9618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2385439" y="588929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2"/>
          <p:cNvSpPr/>
          <p:nvPr/>
        </p:nvSpPr>
        <p:spPr>
          <a:xfrm>
            <a:off x="2963071" y="588929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0" y="1"/>
                </a:moveTo>
                <a:lnTo>
                  <a:pt x="0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-493481" y="4066884"/>
            <a:ext cx="453865" cy="583750"/>
          </a:xfrm>
          <a:custGeom>
            <a:avLst/>
            <a:gdLst/>
            <a:ahLst/>
            <a:cxnLst/>
            <a:rect l="l" t="t" r="r" b="b"/>
            <a:pathLst>
              <a:path w="18915" h="24328" extrusionOk="0">
                <a:moveTo>
                  <a:pt x="16494" y="16749"/>
                </a:moveTo>
                <a:lnTo>
                  <a:pt x="12992" y="21207"/>
                </a:lnTo>
                <a:lnTo>
                  <a:pt x="12992" y="16749"/>
                </a:lnTo>
                <a:close/>
                <a:moveTo>
                  <a:pt x="17322" y="1593"/>
                </a:moveTo>
                <a:lnTo>
                  <a:pt x="17322" y="15157"/>
                </a:lnTo>
                <a:lnTo>
                  <a:pt x="12164" y="15157"/>
                </a:lnTo>
                <a:cubicBezTo>
                  <a:pt x="11718" y="15157"/>
                  <a:pt x="11400" y="15476"/>
                  <a:pt x="11400" y="15922"/>
                </a:cubicBezTo>
                <a:lnTo>
                  <a:pt x="11400" y="22672"/>
                </a:lnTo>
                <a:lnTo>
                  <a:pt x="1592" y="22672"/>
                </a:lnTo>
                <a:lnTo>
                  <a:pt x="1592" y="1593"/>
                </a:lnTo>
                <a:close/>
                <a:moveTo>
                  <a:pt x="764" y="1"/>
                </a:moveTo>
                <a:cubicBezTo>
                  <a:pt x="319" y="1"/>
                  <a:pt x="0" y="383"/>
                  <a:pt x="0" y="828"/>
                </a:cubicBezTo>
                <a:lnTo>
                  <a:pt x="0" y="23500"/>
                </a:lnTo>
                <a:cubicBezTo>
                  <a:pt x="0" y="23946"/>
                  <a:pt x="319" y="24328"/>
                  <a:pt x="764" y="24328"/>
                </a:cubicBezTo>
                <a:lnTo>
                  <a:pt x="12164" y="24328"/>
                </a:lnTo>
                <a:cubicBezTo>
                  <a:pt x="12291" y="24328"/>
                  <a:pt x="12418" y="24264"/>
                  <a:pt x="12482" y="24200"/>
                </a:cubicBezTo>
                <a:cubicBezTo>
                  <a:pt x="12610" y="24137"/>
                  <a:pt x="12737" y="24073"/>
                  <a:pt x="12801" y="24009"/>
                </a:cubicBezTo>
                <a:lnTo>
                  <a:pt x="18787" y="16431"/>
                </a:lnTo>
                <a:cubicBezTo>
                  <a:pt x="18787" y="16367"/>
                  <a:pt x="18851" y="16304"/>
                  <a:pt x="18851" y="16240"/>
                </a:cubicBezTo>
                <a:lnTo>
                  <a:pt x="18851" y="16176"/>
                </a:lnTo>
                <a:cubicBezTo>
                  <a:pt x="18914" y="16113"/>
                  <a:pt x="18914" y="16049"/>
                  <a:pt x="18851" y="15985"/>
                </a:cubicBezTo>
                <a:lnTo>
                  <a:pt x="18914" y="828"/>
                </a:lnTo>
                <a:cubicBezTo>
                  <a:pt x="18914" y="383"/>
                  <a:pt x="18596" y="1"/>
                  <a:pt x="1815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-398749" y="4164688"/>
            <a:ext cx="268960" cy="38224"/>
          </a:xfrm>
          <a:custGeom>
            <a:avLst/>
            <a:gdLst/>
            <a:ahLst/>
            <a:cxnLst/>
            <a:rect l="l" t="t" r="r" b="b"/>
            <a:pathLst>
              <a:path w="11209" h="1593" extrusionOk="0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-398749" y="4238040"/>
            <a:ext cx="268960" cy="38224"/>
          </a:xfrm>
          <a:custGeom>
            <a:avLst/>
            <a:gdLst/>
            <a:ahLst/>
            <a:cxnLst/>
            <a:rect l="l" t="t" r="r" b="b"/>
            <a:pathLst>
              <a:path w="11209" h="1593" extrusionOk="0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-398749" y="4311369"/>
            <a:ext cx="212428" cy="38248"/>
          </a:xfrm>
          <a:custGeom>
            <a:avLst/>
            <a:gdLst/>
            <a:ahLst/>
            <a:cxnLst/>
            <a:rect l="l" t="t" r="r" b="b"/>
            <a:pathLst>
              <a:path w="8853" h="1594" extrusionOk="0">
                <a:moveTo>
                  <a:pt x="1" y="1"/>
                </a:moveTo>
                <a:lnTo>
                  <a:pt x="1" y="1593"/>
                </a:lnTo>
                <a:lnTo>
                  <a:pt x="8853" y="1593"/>
                </a:lnTo>
                <a:lnTo>
                  <a:pt x="8853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3959391" y="2384451"/>
            <a:ext cx="385096" cy="427903"/>
          </a:xfrm>
          <a:custGeom>
            <a:avLst/>
            <a:gdLst/>
            <a:ahLst/>
            <a:cxnLst/>
            <a:rect l="l" t="t" r="r" b="b"/>
            <a:pathLst>
              <a:path w="16049" h="17833" extrusionOk="0">
                <a:moveTo>
                  <a:pt x="8024" y="2166"/>
                </a:moveTo>
                <a:lnTo>
                  <a:pt x="14456" y="8216"/>
                </a:lnTo>
                <a:lnTo>
                  <a:pt x="14456" y="16240"/>
                </a:lnTo>
                <a:lnTo>
                  <a:pt x="11081" y="16240"/>
                </a:lnTo>
                <a:lnTo>
                  <a:pt x="11081" y="9872"/>
                </a:lnTo>
                <a:lnTo>
                  <a:pt x="4968" y="9872"/>
                </a:lnTo>
                <a:lnTo>
                  <a:pt x="4968" y="16240"/>
                </a:lnTo>
                <a:lnTo>
                  <a:pt x="1592" y="16240"/>
                </a:lnTo>
                <a:lnTo>
                  <a:pt x="1592" y="8216"/>
                </a:lnTo>
                <a:lnTo>
                  <a:pt x="8024" y="2166"/>
                </a:lnTo>
                <a:close/>
                <a:moveTo>
                  <a:pt x="8024" y="1"/>
                </a:moveTo>
                <a:lnTo>
                  <a:pt x="0" y="7515"/>
                </a:lnTo>
                <a:lnTo>
                  <a:pt x="0" y="17832"/>
                </a:lnTo>
                <a:lnTo>
                  <a:pt x="6560" y="17832"/>
                </a:lnTo>
                <a:lnTo>
                  <a:pt x="6560" y="11464"/>
                </a:lnTo>
                <a:lnTo>
                  <a:pt x="9489" y="11464"/>
                </a:lnTo>
                <a:lnTo>
                  <a:pt x="9489" y="17832"/>
                </a:lnTo>
                <a:lnTo>
                  <a:pt x="16049" y="17832"/>
                </a:lnTo>
                <a:lnTo>
                  <a:pt x="16049" y="7515"/>
                </a:lnTo>
                <a:lnTo>
                  <a:pt x="802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1338705" y="153948"/>
            <a:ext cx="504279" cy="431958"/>
          </a:xfrm>
          <a:custGeom>
            <a:avLst/>
            <a:gdLst/>
            <a:ahLst/>
            <a:cxnLst/>
            <a:rect l="l" t="t" r="r" b="b"/>
            <a:pathLst>
              <a:path w="21016" h="18002" extrusionOk="0">
                <a:moveTo>
                  <a:pt x="8980" y="1635"/>
                </a:moveTo>
                <a:cubicBezTo>
                  <a:pt x="15603" y="1635"/>
                  <a:pt x="18851" y="9595"/>
                  <a:pt x="14202" y="14244"/>
                </a:cubicBezTo>
                <a:cubicBezTo>
                  <a:pt x="12701" y="15745"/>
                  <a:pt x="10855" y="16416"/>
                  <a:pt x="9043" y="16416"/>
                </a:cubicBezTo>
                <a:cubicBezTo>
                  <a:pt x="5242" y="16416"/>
                  <a:pt x="1592" y="13464"/>
                  <a:pt x="1592" y="9022"/>
                </a:cubicBezTo>
                <a:cubicBezTo>
                  <a:pt x="1592" y="4883"/>
                  <a:pt x="4904" y="1635"/>
                  <a:pt x="8980" y="1635"/>
                </a:cubicBezTo>
                <a:close/>
                <a:moveTo>
                  <a:pt x="9054" y="0"/>
                </a:moveTo>
                <a:cubicBezTo>
                  <a:pt x="4432" y="0"/>
                  <a:pt x="0" y="3593"/>
                  <a:pt x="0" y="9022"/>
                </a:cubicBezTo>
                <a:cubicBezTo>
                  <a:pt x="0" y="13926"/>
                  <a:pt x="4012" y="18001"/>
                  <a:pt x="8980" y="18001"/>
                </a:cubicBezTo>
                <a:cubicBezTo>
                  <a:pt x="17004" y="18001"/>
                  <a:pt x="21016" y="8322"/>
                  <a:pt x="15348" y="2654"/>
                </a:cubicBezTo>
                <a:cubicBezTo>
                  <a:pt x="13515" y="821"/>
                  <a:pt x="11263" y="0"/>
                  <a:pt x="90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1483875" y="232891"/>
            <a:ext cx="97804" cy="226177"/>
          </a:xfrm>
          <a:custGeom>
            <a:avLst/>
            <a:gdLst/>
            <a:ahLst/>
            <a:cxnLst/>
            <a:rect l="l" t="t" r="r" b="b"/>
            <a:pathLst>
              <a:path w="4076" h="9426" extrusionOk="0">
                <a:moveTo>
                  <a:pt x="2484" y="1"/>
                </a:moveTo>
                <a:lnTo>
                  <a:pt x="2484" y="5668"/>
                </a:lnTo>
                <a:lnTo>
                  <a:pt x="0" y="8279"/>
                </a:lnTo>
                <a:lnTo>
                  <a:pt x="1146" y="9426"/>
                </a:lnTo>
                <a:lnTo>
                  <a:pt x="4076" y="6305"/>
                </a:lnTo>
                <a:lnTo>
                  <a:pt x="407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-1092516" y="2430305"/>
            <a:ext cx="165062" cy="166573"/>
          </a:xfrm>
          <a:custGeom>
            <a:avLst/>
            <a:gdLst/>
            <a:ahLst/>
            <a:cxnLst/>
            <a:rect l="l" t="t" r="r" b="b"/>
            <a:pathLst>
              <a:path w="6879" h="6942" extrusionOk="0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-488898" y="1446198"/>
            <a:ext cx="145194" cy="145194"/>
          </a:xfrm>
          <a:custGeom>
            <a:avLst/>
            <a:gdLst/>
            <a:ahLst/>
            <a:cxnLst/>
            <a:rect l="l" t="t" r="r" b="b"/>
            <a:pathLst>
              <a:path w="6051" h="6051" extrusionOk="0">
                <a:moveTo>
                  <a:pt x="1146" y="1"/>
                </a:moveTo>
                <a:lnTo>
                  <a:pt x="0" y="1147"/>
                </a:lnTo>
                <a:lnTo>
                  <a:pt x="1911" y="3057"/>
                </a:lnTo>
                <a:lnTo>
                  <a:pt x="0" y="4904"/>
                </a:lnTo>
                <a:lnTo>
                  <a:pt x="1146" y="6051"/>
                </a:lnTo>
                <a:lnTo>
                  <a:pt x="3057" y="4140"/>
                </a:lnTo>
                <a:lnTo>
                  <a:pt x="4904" y="6051"/>
                </a:lnTo>
                <a:lnTo>
                  <a:pt x="6050" y="4904"/>
                </a:lnTo>
                <a:lnTo>
                  <a:pt x="4140" y="3057"/>
                </a:lnTo>
                <a:lnTo>
                  <a:pt x="6050" y="1147"/>
                </a:lnTo>
                <a:lnTo>
                  <a:pt x="4904" y="1"/>
                </a:lnTo>
                <a:lnTo>
                  <a:pt x="3057" y="1911"/>
                </a:lnTo>
                <a:lnTo>
                  <a:pt x="114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3936452" y="266508"/>
            <a:ext cx="143682" cy="145194"/>
          </a:xfrm>
          <a:custGeom>
            <a:avLst/>
            <a:gdLst/>
            <a:ahLst/>
            <a:cxnLst/>
            <a:rect l="l" t="t" r="r" b="b"/>
            <a:pathLst>
              <a:path w="5988" h="6051" extrusionOk="0">
                <a:moveTo>
                  <a:pt x="1084" y="1"/>
                </a:moveTo>
                <a:lnTo>
                  <a:pt x="1" y="1147"/>
                </a:lnTo>
                <a:lnTo>
                  <a:pt x="1848" y="3057"/>
                </a:lnTo>
                <a:lnTo>
                  <a:pt x="1" y="4904"/>
                </a:lnTo>
                <a:lnTo>
                  <a:pt x="1084" y="6051"/>
                </a:lnTo>
                <a:lnTo>
                  <a:pt x="2994" y="4140"/>
                </a:lnTo>
                <a:lnTo>
                  <a:pt x="4905" y="6051"/>
                </a:lnTo>
                <a:lnTo>
                  <a:pt x="5987" y="4904"/>
                </a:lnTo>
                <a:lnTo>
                  <a:pt x="4140" y="3057"/>
                </a:lnTo>
                <a:lnTo>
                  <a:pt x="5987" y="1147"/>
                </a:lnTo>
                <a:lnTo>
                  <a:pt x="4905" y="1"/>
                </a:lnTo>
                <a:lnTo>
                  <a:pt x="2994" y="1911"/>
                </a:lnTo>
                <a:lnTo>
                  <a:pt x="10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-1092516" y="2699241"/>
            <a:ext cx="165062" cy="166573"/>
          </a:xfrm>
          <a:custGeom>
            <a:avLst/>
            <a:gdLst/>
            <a:ahLst/>
            <a:cxnLst/>
            <a:rect l="l" t="t" r="r" b="b"/>
            <a:pathLst>
              <a:path w="6879" h="6942" extrusionOk="0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169693" y="1435496"/>
            <a:ext cx="165062" cy="166597"/>
          </a:xfrm>
          <a:custGeom>
            <a:avLst/>
            <a:gdLst/>
            <a:ahLst/>
            <a:cxnLst/>
            <a:rect l="l" t="t" r="r" b="b"/>
            <a:pathLst>
              <a:path w="6879" h="6943" extrusionOk="0">
                <a:moveTo>
                  <a:pt x="2612" y="1"/>
                </a:moveTo>
                <a:lnTo>
                  <a:pt x="2612" y="2676"/>
                </a:lnTo>
                <a:lnTo>
                  <a:pt x="1" y="2676"/>
                </a:lnTo>
                <a:lnTo>
                  <a:pt x="1" y="4268"/>
                </a:lnTo>
                <a:lnTo>
                  <a:pt x="2612" y="4268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8"/>
                </a:lnTo>
                <a:lnTo>
                  <a:pt x="6879" y="4268"/>
                </a:lnTo>
                <a:lnTo>
                  <a:pt x="6879" y="2676"/>
                </a:lnTo>
                <a:lnTo>
                  <a:pt x="4204" y="2676"/>
                </a:lnTo>
                <a:lnTo>
                  <a:pt x="420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849711" y="1453829"/>
            <a:ext cx="1453233" cy="129933"/>
          </a:xfrm>
          <a:custGeom>
            <a:avLst/>
            <a:gdLst/>
            <a:ahLst/>
            <a:cxnLst/>
            <a:rect l="l" t="t" r="r" b="b"/>
            <a:pathLst>
              <a:path w="60564" h="5415" extrusionOk="0">
                <a:moveTo>
                  <a:pt x="55851" y="1"/>
                </a:moveTo>
                <a:lnTo>
                  <a:pt x="55851" y="1912"/>
                </a:lnTo>
                <a:lnTo>
                  <a:pt x="1083" y="1912"/>
                </a:lnTo>
                <a:cubicBezTo>
                  <a:pt x="0" y="1912"/>
                  <a:pt x="0" y="3504"/>
                  <a:pt x="1083" y="3504"/>
                </a:cubicBezTo>
                <a:lnTo>
                  <a:pt x="55851" y="3504"/>
                </a:lnTo>
                <a:lnTo>
                  <a:pt x="55851" y="5414"/>
                </a:lnTo>
                <a:lnTo>
                  <a:pt x="60564" y="2676"/>
                </a:lnTo>
                <a:lnTo>
                  <a:pt x="5585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-848007" y="158003"/>
            <a:ext cx="2017116" cy="591405"/>
          </a:xfrm>
          <a:custGeom>
            <a:avLst/>
            <a:gdLst/>
            <a:ahLst/>
            <a:cxnLst/>
            <a:rect l="l" t="t" r="r" b="b"/>
            <a:pathLst>
              <a:path w="84064" h="24647" extrusionOk="0">
                <a:moveTo>
                  <a:pt x="23563" y="1"/>
                </a:moveTo>
                <a:lnTo>
                  <a:pt x="23563" y="2357"/>
                </a:lnTo>
                <a:lnTo>
                  <a:pt x="7897" y="2357"/>
                </a:lnTo>
                <a:cubicBezTo>
                  <a:pt x="3503" y="2357"/>
                  <a:pt x="0" y="5860"/>
                  <a:pt x="0" y="10254"/>
                </a:cubicBezTo>
                <a:lnTo>
                  <a:pt x="0" y="23882"/>
                </a:lnTo>
                <a:cubicBezTo>
                  <a:pt x="0" y="24265"/>
                  <a:pt x="383" y="24647"/>
                  <a:pt x="828" y="24647"/>
                </a:cubicBezTo>
                <a:cubicBezTo>
                  <a:pt x="1274" y="24647"/>
                  <a:pt x="1593" y="24265"/>
                  <a:pt x="1593" y="23882"/>
                </a:cubicBezTo>
                <a:lnTo>
                  <a:pt x="1593" y="10190"/>
                </a:lnTo>
                <a:cubicBezTo>
                  <a:pt x="1593" y="6751"/>
                  <a:pt x="4395" y="3949"/>
                  <a:pt x="7897" y="3949"/>
                </a:cubicBezTo>
                <a:lnTo>
                  <a:pt x="23563" y="3949"/>
                </a:lnTo>
                <a:lnTo>
                  <a:pt x="23563" y="6369"/>
                </a:lnTo>
                <a:lnTo>
                  <a:pt x="29868" y="6369"/>
                </a:lnTo>
                <a:lnTo>
                  <a:pt x="29868" y="3949"/>
                </a:lnTo>
                <a:lnTo>
                  <a:pt x="79414" y="3949"/>
                </a:lnTo>
                <a:lnTo>
                  <a:pt x="79414" y="5860"/>
                </a:lnTo>
                <a:lnTo>
                  <a:pt x="84063" y="3185"/>
                </a:lnTo>
                <a:lnTo>
                  <a:pt x="79414" y="447"/>
                </a:lnTo>
                <a:lnTo>
                  <a:pt x="79414" y="2357"/>
                </a:lnTo>
                <a:lnTo>
                  <a:pt x="29868" y="2357"/>
                </a:lnTo>
                <a:lnTo>
                  <a:pt x="2986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3445946" y="532397"/>
            <a:ext cx="809903" cy="1066626"/>
          </a:xfrm>
          <a:custGeom>
            <a:avLst/>
            <a:gdLst/>
            <a:ahLst/>
            <a:cxnLst/>
            <a:rect l="l" t="t" r="r" b="b"/>
            <a:pathLst>
              <a:path w="33753" h="44452" extrusionOk="0">
                <a:moveTo>
                  <a:pt x="0" y="1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3885"/>
                </a:lnTo>
                <a:lnTo>
                  <a:pt x="24264" y="3885"/>
                </a:lnTo>
                <a:cubicBezTo>
                  <a:pt x="27576" y="3885"/>
                  <a:pt x="30250" y="6560"/>
                  <a:pt x="30314" y="9935"/>
                </a:cubicBezTo>
                <a:lnTo>
                  <a:pt x="30314" y="39803"/>
                </a:lnTo>
                <a:lnTo>
                  <a:pt x="28403" y="39803"/>
                </a:lnTo>
                <a:lnTo>
                  <a:pt x="31078" y="44452"/>
                </a:lnTo>
                <a:lnTo>
                  <a:pt x="33753" y="39803"/>
                </a:lnTo>
                <a:lnTo>
                  <a:pt x="31906" y="39803"/>
                </a:lnTo>
                <a:lnTo>
                  <a:pt x="31906" y="9935"/>
                </a:lnTo>
                <a:cubicBezTo>
                  <a:pt x="31842" y="5796"/>
                  <a:pt x="28467" y="2357"/>
                  <a:pt x="24264" y="2357"/>
                </a:cubicBezTo>
                <a:lnTo>
                  <a:pt x="6305" y="2357"/>
                </a:lnTo>
                <a:lnTo>
                  <a:pt x="63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-1256018" y="481959"/>
            <a:ext cx="129909" cy="302217"/>
          </a:xfrm>
          <a:custGeom>
            <a:avLst/>
            <a:gdLst/>
            <a:ahLst/>
            <a:cxnLst/>
            <a:rect l="l" t="t" r="r" b="b"/>
            <a:pathLst>
              <a:path w="5414" h="12595" extrusionOk="0">
                <a:moveTo>
                  <a:pt x="2676" y="1"/>
                </a:moveTo>
                <a:lnTo>
                  <a:pt x="1" y="4714"/>
                </a:lnTo>
                <a:lnTo>
                  <a:pt x="1911" y="4714"/>
                </a:lnTo>
                <a:lnTo>
                  <a:pt x="1911" y="11783"/>
                </a:lnTo>
                <a:cubicBezTo>
                  <a:pt x="1911" y="12324"/>
                  <a:pt x="2309" y="12594"/>
                  <a:pt x="2707" y="12594"/>
                </a:cubicBezTo>
                <a:cubicBezTo>
                  <a:pt x="3105" y="12594"/>
                  <a:pt x="3503" y="12324"/>
                  <a:pt x="3503" y="11783"/>
                </a:cubicBezTo>
                <a:lnTo>
                  <a:pt x="3503" y="4714"/>
                </a:lnTo>
                <a:lnTo>
                  <a:pt x="5414" y="4714"/>
                </a:lnTo>
                <a:lnTo>
                  <a:pt x="267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-432366" y="3597758"/>
            <a:ext cx="129909" cy="302577"/>
          </a:xfrm>
          <a:custGeom>
            <a:avLst/>
            <a:gdLst/>
            <a:ahLst/>
            <a:cxnLst/>
            <a:rect l="l" t="t" r="r" b="b"/>
            <a:pathLst>
              <a:path w="5414" h="12610" extrusionOk="0">
                <a:moveTo>
                  <a:pt x="2739" y="1"/>
                </a:moveTo>
                <a:cubicBezTo>
                  <a:pt x="2293" y="1"/>
                  <a:pt x="1911" y="383"/>
                  <a:pt x="1911" y="828"/>
                </a:cubicBezTo>
                <a:lnTo>
                  <a:pt x="1911" y="7897"/>
                </a:lnTo>
                <a:lnTo>
                  <a:pt x="0" y="7897"/>
                </a:lnTo>
                <a:lnTo>
                  <a:pt x="2739" y="12610"/>
                </a:lnTo>
                <a:lnTo>
                  <a:pt x="5414" y="7897"/>
                </a:lnTo>
                <a:lnTo>
                  <a:pt x="3503" y="7897"/>
                </a:lnTo>
                <a:lnTo>
                  <a:pt x="3503" y="828"/>
                </a:lnTo>
                <a:cubicBezTo>
                  <a:pt x="3503" y="383"/>
                  <a:pt x="3121" y="1"/>
                  <a:pt x="2739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-1074160" y="481959"/>
            <a:ext cx="128373" cy="302217"/>
          </a:xfrm>
          <a:custGeom>
            <a:avLst/>
            <a:gdLst/>
            <a:ahLst/>
            <a:cxnLst/>
            <a:rect l="l" t="t" r="r" b="b"/>
            <a:pathLst>
              <a:path w="5350" h="12595" extrusionOk="0">
                <a:moveTo>
                  <a:pt x="2675" y="1"/>
                </a:moveTo>
                <a:lnTo>
                  <a:pt x="0" y="4714"/>
                </a:lnTo>
                <a:lnTo>
                  <a:pt x="1911" y="4714"/>
                </a:lnTo>
                <a:lnTo>
                  <a:pt x="1847" y="11783"/>
                </a:lnTo>
                <a:cubicBezTo>
                  <a:pt x="1847" y="12324"/>
                  <a:pt x="2245" y="12594"/>
                  <a:pt x="2643" y="12594"/>
                </a:cubicBezTo>
                <a:cubicBezTo>
                  <a:pt x="3041" y="12594"/>
                  <a:pt x="3439" y="12324"/>
                  <a:pt x="3439" y="11783"/>
                </a:cubicBezTo>
                <a:lnTo>
                  <a:pt x="3439" y="4714"/>
                </a:lnTo>
                <a:lnTo>
                  <a:pt x="5350" y="4714"/>
                </a:lnTo>
                <a:lnTo>
                  <a:pt x="267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-432366" y="1941311"/>
            <a:ext cx="129909" cy="1601450"/>
          </a:xfrm>
          <a:custGeom>
            <a:avLst/>
            <a:gdLst/>
            <a:ahLst/>
            <a:cxnLst/>
            <a:rect l="l" t="t" r="r" b="b"/>
            <a:pathLst>
              <a:path w="5414" h="66741" extrusionOk="0">
                <a:moveTo>
                  <a:pt x="2739" y="0"/>
                </a:moveTo>
                <a:lnTo>
                  <a:pt x="0" y="4649"/>
                </a:lnTo>
                <a:lnTo>
                  <a:pt x="1911" y="4649"/>
                </a:lnTo>
                <a:lnTo>
                  <a:pt x="1911" y="65977"/>
                </a:lnTo>
                <a:cubicBezTo>
                  <a:pt x="1911" y="66486"/>
                  <a:pt x="2309" y="66741"/>
                  <a:pt x="2707" y="66741"/>
                </a:cubicBezTo>
                <a:cubicBezTo>
                  <a:pt x="3105" y="66741"/>
                  <a:pt x="3503" y="66486"/>
                  <a:pt x="3503" y="65977"/>
                </a:cubicBezTo>
                <a:lnTo>
                  <a:pt x="3503" y="4649"/>
                </a:lnTo>
                <a:lnTo>
                  <a:pt x="5414" y="4649"/>
                </a:lnTo>
                <a:lnTo>
                  <a:pt x="273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3209091" y="4536010"/>
            <a:ext cx="1005510" cy="152824"/>
          </a:xfrm>
          <a:custGeom>
            <a:avLst/>
            <a:gdLst/>
            <a:ahLst/>
            <a:cxnLst/>
            <a:rect l="l" t="t" r="r" b="b"/>
            <a:pathLst>
              <a:path w="41905" h="6369" extrusionOk="0">
                <a:moveTo>
                  <a:pt x="25092" y="1"/>
                </a:moveTo>
                <a:lnTo>
                  <a:pt x="25092" y="2357"/>
                </a:lnTo>
                <a:lnTo>
                  <a:pt x="1019" y="2357"/>
                </a:lnTo>
                <a:cubicBezTo>
                  <a:pt x="0" y="2357"/>
                  <a:pt x="0" y="3949"/>
                  <a:pt x="1019" y="3949"/>
                </a:cubicBezTo>
                <a:lnTo>
                  <a:pt x="25092" y="3949"/>
                </a:lnTo>
                <a:lnTo>
                  <a:pt x="25092" y="6369"/>
                </a:lnTo>
                <a:lnTo>
                  <a:pt x="31397" y="6369"/>
                </a:lnTo>
                <a:lnTo>
                  <a:pt x="31397" y="3949"/>
                </a:lnTo>
                <a:lnTo>
                  <a:pt x="37256" y="3949"/>
                </a:lnTo>
                <a:lnTo>
                  <a:pt x="37256" y="5859"/>
                </a:lnTo>
                <a:lnTo>
                  <a:pt x="41904" y="3185"/>
                </a:lnTo>
                <a:lnTo>
                  <a:pt x="37256" y="446"/>
                </a:lnTo>
                <a:lnTo>
                  <a:pt x="37256" y="2357"/>
                </a:lnTo>
                <a:lnTo>
                  <a:pt x="31397" y="2357"/>
                </a:lnTo>
                <a:lnTo>
                  <a:pt x="3139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168637" y="4665895"/>
            <a:ext cx="1180770" cy="378017"/>
          </a:xfrm>
          <a:custGeom>
            <a:avLst/>
            <a:gdLst/>
            <a:ahLst/>
            <a:cxnLst/>
            <a:rect l="l" t="t" r="r" b="b"/>
            <a:pathLst>
              <a:path w="49209" h="15754" extrusionOk="0">
                <a:moveTo>
                  <a:pt x="46534" y="1"/>
                </a:moveTo>
                <a:lnTo>
                  <a:pt x="43796" y="4650"/>
                </a:lnTo>
                <a:lnTo>
                  <a:pt x="45706" y="4650"/>
                </a:lnTo>
                <a:lnTo>
                  <a:pt x="45706" y="8725"/>
                </a:lnTo>
                <a:cubicBezTo>
                  <a:pt x="45706" y="10381"/>
                  <a:pt x="44369" y="11719"/>
                  <a:pt x="42713" y="11719"/>
                </a:cubicBezTo>
                <a:lnTo>
                  <a:pt x="32651" y="11719"/>
                </a:lnTo>
                <a:lnTo>
                  <a:pt x="32651" y="9235"/>
                </a:lnTo>
                <a:lnTo>
                  <a:pt x="26346" y="9235"/>
                </a:lnTo>
                <a:lnTo>
                  <a:pt x="26346" y="11719"/>
                </a:lnTo>
                <a:lnTo>
                  <a:pt x="6859" y="11719"/>
                </a:lnTo>
                <a:cubicBezTo>
                  <a:pt x="6497" y="9847"/>
                  <a:pt x="5018" y="8948"/>
                  <a:pt x="3536" y="8948"/>
                </a:cubicBezTo>
                <a:cubicBezTo>
                  <a:pt x="1892" y="8948"/>
                  <a:pt x="243" y="10054"/>
                  <a:pt x="109" y="12164"/>
                </a:cubicBezTo>
                <a:cubicBezTo>
                  <a:pt x="0" y="14441"/>
                  <a:pt x="1778" y="15754"/>
                  <a:pt x="3558" y="15754"/>
                </a:cubicBezTo>
                <a:cubicBezTo>
                  <a:pt x="4915" y="15754"/>
                  <a:pt x="6272" y="14991"/>
                  <a:pt x="6795" y="13311"/>
                </a:cubicBezTo>
                <a:lnTo>
                  <a:pt x="26346" y="13311"/>
                </a:lnTo>
                <a:lnTo>
                  <a:pt x="26346" y="15540"/>
                </a:lnTo>
                <a:lnTo>
                  <a:pt x="32651" y="15540"/>
                </a:lnTo>
                <a:lnTo>
                  <a:pt x="32651" y="13311"/>
                </a:lnTo>
                <a:lnTo>
                  <a:pt x="42650" y="13311"/>
                </a:lnTo>
                <a:cubicBezTo>
                  <a:pt x="45261" y="13311"/>
                  <a:pt x="47298" y="11273"/>
                  <a:pt x="47298" y="8725"/>
                </a:cubicBezTo>
                <a:lnTo>
                  <a:pt x="47298" y="4650"/>
                </a:lnTo>
                <a:lnTo>
                  <a:pt x="49209" y="4650"/>
                </a:lnTo>
                <a:lnTo>
                  <a:pt x="465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-1356869" y="2564773"/>
            <a:ext cx="189513" cy="161270"/>
          </a:xfrm>
          <a:custGeom>
            <a:avLst/>
            <a:gdLst/>
            <a:ahLst/>
            <a:cxnLst/>
            <a:rect l="l" t="t" r="r" b="b"/>
            <a:pathLst>
              <a:path w="7898" h="6721" extrusionOk="0">
                <a:moveTo>
                  <a:pt x="4522" y="0"/>
                </a:moveTo>
                <a:cubicBezTo>
                  <a:pt x="1465" y="0"/>
                  <a:pt x="1" y="3630"/>
                  <a:pt x="2102" y="5732"/>
                </a:cubicBezTo>
                <a:cubicBezTo>
                  <a:pt x="2805" y="6414"/>
                  <a:pt x="3663" y="6721"/>
                  <a:pt x="4501" y="6721"/>
                </a:cubicBezTo>
                <a:cubicBezTo>
                  <a:pt x="6242" y="6721"/>
                  <a:pt x="7897" y="5396"/>
                  <a:pt x="7897" y="3375"/>
                </a:cubicBezTo>
                <a:cubicBezTo>
                  <a:pt x="7897" y="1465"/>
                  <a:pt x="6369" y="0"/>
                  <a:pt x="452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-1317134" y="1615819"/>
            <a:ext cx="594452" cy="129909"/>
          </a:xfrm>
          <a:custGeom>
            <a:avLst/>
            <a:gdLst/>
            <a:ahLst/>
            <a:cxnLst/>
            <a:rect l="l" t="t" r="r" b="b"/>
            <a:pathLst>
              <a:path w="24774" h="5414" extrusionOk="0">
                <a:moveTo>
                  <a:pt x="4713" y="0"/>
                </a:moveTo>
                <a:lnTo>
                  <a:pt x="0" y="2739"/>
                </a:lnTo>
                <a:lnTo>
                  <a:pt x="4713" y="5414"/>
                </a:lnTo>
                <a:lnTo>
                  <a:pt x="4713" y="3503"/>
                </a:lnTo>
                <a:lnTo>
                  <a:pt x="23946" y="3503"/>
                </a:lnTo>
                <a:cubicBezTo>
                  <a:pt x="24391" y="3503"/>
                  <a:pt x="24774" y="3185"/>
                  <a:pt x="24774" y="2739"/>
                </a:cubicBezTo>
                <a:cubicBezTo>
                  <a:pt x="24774" y="2293"/>
                  <a:pt x="24391" y="1911"/>
                  <a:pt x="23946" y="1911"/>
                </a:cubicBezTo>
                <a:lnTo>
                  <a:pt x="4713" y="1911"/>
                </a:lnTo>
                <a:lnTo>
                  <a:pt x="4713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3688919" y="3380771"/>
            <a:ext cx="169645" cy="437069"/>
          </a:xfrm>
          <a:custGeom>
            <a:avLst/>
            <a:gdLst/>
            <a:ahLst/>
            <a:cxnLst/>
            <a:rect l="l" t="t" r="r" b="b"/>
            <a:pathLst>
              <a:path w="7070" h="18215" extrusionOk="0">
                <a:moveTo>
                  <a:pt x="0" y="0"/>
                </a:moveTo>
                <a:cubicBezTo>
                  <a:pt x="0" y="2866"/>
                  <a:pt x="1911" y="4777"/>
                  <a:pt x="3503" y="6305"/>
                </a:cubicBezTo>
                <a:cubicBezTo>
                  <a:pt x="4522" y="7324"/>
                  <a:pt x="5413" y="8279"/>
                  <a:pt x="5541" y="9107"/>
                </a:cubicBezTo>
                <a:cubicBezTo>
                  <a:pt x="5413" y="9935"/>
                  <a:pt x="4522" y="10890"/>
                  <a:pt x="3503" y="11846"/>
                </a:cubicBezTo>
                <a:cubicBezTo>
                  <a:pt x="1911" y="13438"/>
                  <a:pt x="0" y="15348"/>
                  <a:pt x="0" y="18214"/>
                </a:cubicBezTo>
                <a:lnTo>
                  <a:pt x="1592" y="18214"/>
                </a:lnTo>
                <a:cubicBezTo>
                  <a:pt x="1592" y="16049"/>
                  <a:pt x="3121" y="14520"/>
                  <a:pt x="4585" y="13056"/>
                </a:cubicBezTo>
                <a:cubicBezTo>
                  <a:pt x="5859" y="11846"/>
                  <a:pt x="7005" y="10636"/>
                  <a:pt x="7069" y="9235"/>
                </a:cubicBezTo>
                <a:lnTo>
                  <a:pt x="7069" y="9107"/>
                </a:lnTo>
                <a:lnTo>
                  <a:pt x="7069" y="9044"/>
                </a:lnTo>
                <a:cubicBezTo>
                  <a:pt x="7005" y="7579"/>
                  <a:pt x="5859" y="6433"/>
                  <a:pt x="4585" y="5223"/>
                </a:cubicBezTo>
                <a:cubicBezTo>
                  <a:pt x="3121" y="3694"/>
                  <a:pt x="1592" y="2166"/>
                  <a:pt x="15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3875336" y="3379235"/>
            <a:ext cx="171180" cy="438605"/>
          </a:xfrm>
          <a:custGeom>
            <a:avLst/>
            <a:gdLst/>
            <a:ahLst/>
            <a:cxnLst/>
            <a:rect l="l" t="t" r="r" b="b"/>
            <a:pathLst>
              <a:path w="7134" h="18279" extrusionOk="0">
                <a:moveTo>
                  <a:pt x="5541" y="1"/>
                </a:moveTo>
                <a:cubicBezTo>
                  <a:pt x="5541" y="2230"/>
                  <a:pt x="4013" y="3758"/>
                  <a:pt x="2484" y="5223"/>
                </a:cubicBezTo>
                <a:cubicBezTo>
                  <a:pt x="1274" y="6433"/>
                  <a:pt x="128" y="7643"/>
                  <a:pt x="1" y="9044"/>
                </a:cubicBezTo>
                <a:lnTo>
                  <a:pt x="1" y="9171"/>
                </a:lnTo>
                <a:lnTo>
                  <a:pt x="1" y="9235"/>
                </a:lnTo>
                <a:cubicBezTo>
                  <a:pt x="128" y="10700"/>
                  <a:pt x="1274" y="11846"/>
                  <a:pt x="2484" y="13056"/>
                </a:cubicBezTo>
                <a:cubicBezTo>
                  <a:pt x="4013" y="14521"/>
                  <a:pt x="5541" y="16113"/>
                  <a:pt x="5541" y="18278"/>
                </a:cubicBezTo>
                <a:lnTo>
                  <a:pt x="7133" y="18278"/>
                </a:lnTo>
                <a:cubicBezTo>
                  <a:pt x="7133" y="15412"/>
                  <a:pt x="5159" y="13502"/>
                  <a:pt x="3631" y="11910"/>
                </a:cubicBezTo>
                <a:cubicBezTo>
                  <a:pt x="2612" y="10891"/>
                  <a:pt x="1656" y="9935"/>
                  <a:pt x="1593" y="9108"/>
                </a:cubicBezTo>
                <a:cubicBezTo>
                  <a:pt x="1656" y="8280"/>
                  <a:pt x="2612" y="7388"/>
                  <a:pt x="3631" y="6369"/>
                </a:cubicBezTo>
                <a:cubicBezTo>
                  <a:pt x="5223" y="4777"/>
                  <a:pt x="7133" y="2867"/>
                  <a:pt x="713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3779068" y="3467873"/>
            <a:ext cx="177275" cy="111577"/>
          </a:xfrm>
          <a:custGeom>
            <a:avLst/>
            <a:gdLst/>
            <a:ahLst/>
            <a:cxnLst/>
            <a:rect l="l" t="t" r="r" b="b"/>
            <a:pathLst>
              <a:path w="7388" h="4650" extrusionOk="0">
                <a:moveTo>
                  <a:pt x="1" y="0"/>
                </a:moveTo>
                <a:cubicBezTo>
                  <a:pt x="574" y="637"/>
                  <a:pt x="1274" y="1338"/>
                  <a:pt x="1975" y="1975"/>
                </a:cubicBezTo>
                <a:cubicBezTo>
                  <a:pt x="2548" y="2548"/>
                  <a:pt x="3057" y="3248"/>
                  <a:pt x="3439" y="4013"/>
                </a:cubicBezTo>
                <a:cubicBezTo>
                  <a:pt x="3567" y="4204"/>
                  <a:pt x="3630" y="4458"/>
                  <a:pt x="3694" y="4649"/>
                </a:cubicBezTo>
                <a:cubicBezTo>
                  <a:pt x="3694" y="4586"/>
                  <a:pt x="3758" y="4458"/>
                  <a:pt x="3758" y="4395"/>
                </a:cubicBezTo>
                <a:cubicBezTo>
                  <a:pt x="3885" y="4013"/>
                  <a:pt x="4076" y="3694"/>
                  <a:pt x="4267" y="3376"/>
                </a:cubicBezTo>
                <a:cubicBezTo>
                  <a:pt x="4713" y="2803"/>
                  <a:pt x="5159" y="2229"/>
                  <a:pt x="5668" y="1720"/>
                </a:cubicBezTo>
                <a:cubicBezTo>
                  <a:pt x="6242" y="1147"/>
                  <a:pt x="6878" y="574"/>
                  <a:pt x="73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3867706" y="3617626"/>
            <a:ext cx="24" cy="2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3650719" y="3330334"/>
            <a:ext cx="429415" cy="38224"/>
          </a:xfrm>
          <a:custGeom>
            <a:avLst/>
            <a:gdLst/>
            <a:ahLst/>
            <a:cxnLst/>
            <a:rect l="l" t="t" r="r" b="b"/>
            <a:pathLst>
              <a:path w="17896" h="1593" extrusionOk="0">
                <a:moveTo>
                  <a:pt x="0" y="1"/>
                </a:moveTo>
                <a:lnTo>
                  <a:pt x="0" y="1593"/>
                </a:lnTo>
                <a:lnTo>
                  <a:pt x="17895" y="1593"/>
                </a:lnTo>
                <a:lnTo>
                  <a:pt x="1789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3650719" y="3830030"/>
            <a:ext cx="429415" cy="38224"/>
          </a:xfrm>
          <a:custGeom>
            <a:avLst/>
            <a:gdLst/>
            <a:ahLst/>
            <a:cxnLst/>
            <a:rect l="l" t="t" r="r" b="b"/>
            <a:pathLst>
              <a:path w="17896" h="1593" extrusionOk="0">
                <a:moveTo>
                  <a:pt x="0" y="1"/>
                </a:moveTo>
                <a:lnTo>
                  <a:pt x="0" y="1593"/>
                </a:lnTo>
                <a:lnTo>
                  <a:pt x="17895" y="1593"/>
                </a:lnTo>
                <a:lnTo>
                  <a:pt x="1789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3772950" y="1883243"/>
            <a:ext cx="117647" cy="169645"/>
          </a:xfrm>
          <a:custGeom>
            <a:avLst/>
            <a:gdLst/>
            <a:ahLst/>
            <a:cxnLst/>
            <a:rect l="l" t="t" r="r" b="b"/>
            <a:pathLst>
              <a:path w="4903" h="7070" extrusionOk="0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93" y="3312"/>
                </a:lnTo>
                <a:lnTo>
                  <a:pt x="1593" y="1274"/>
                </a:lnTo>
                <a:close/>
                <a:moveTo>
                  <a:pt x="1" y="0"/>
                </a:moveTo>
                <a:lnTo>
                  <a:pt x="1" y="7069"/>
                </a:lnTo>
                <a:lnTo>
                  <a:pt x="1593" y="7069"/>
                </a:lnTo>
                <a:lnTo>
                  <a:pt x="1593" y="4522"/>
                </a:lnTo>
                <a:lnTo>
                  <a:pt x="2675" y="4522"/>
                </a:lnTo>
                <a:cubicBezTo>
                  <a:pt x="2710" y="4524"/>
                  <a:pt x="2743" y="4524"/>
                  <a:pt x="2777" y="4524"/>
                </a:cubicBezTo>
                <a:cubicBezTo>
                  <a:pt x="3942" y="4524"/>
                  <a:pt x="4903" y="3469"/>
                  <a:pt x="4841" y="2293"/>
                </a:cubicBezTo>
                <a:cubicBezTo>
                  <a:pt x="4841" y="1019"/>
                  <a:pt x="3885" y="0"/>
                  <a:pt x="26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3905906" y="1883243"/>
            <a:ext cx="132956" cy="169645"/>
          </a:xfrm>
          <a:custGeom>
            <a:avLst/>
            <a:gdLst/>
            <a:ahLst/>
            <a:cxnLst/>
            <a:rect l="l" t="t" r="r" b="b"/>
            <a:pathLst>
              <a:path w="5541" h="7070" extrusionOk="0">
                <a:moveTo>
                  <a:pt x="0" y="0"/>
                </a:moveTo>
                <a:lnTo>
                  <a:pt x="0" y="7069"/>
                </a:lnTo>
                <a:lnTo>
                  <a:pt x="1592" y="7069"/>
                </a:lnTo>
                <a:lnTo>
                  <a:pt x="1592" y="4267"/>
                </a:lnTo>
                <a:lnTo>
                  <a:pt x="3885" y="4267"/>
                </a:lnTo>
                <a:lnTo>
                  <a:pt x="3885" y="7069"/>
                </a:lnTo>
                <a:lnTo>
                  <a:pt x="5541" y="7069"/>
                </a:lnTo>
                <a:lnTo>
                  <a:pt x="5541" y="0"/>
                </a:lnTo>
                <a:lnTo>
                  <a:pt x="3885" y="0"/>
                </a:lnTo>
                <a:lnTo>
                  <a:pt x="3885" y="2802"/>
                </a:lnTo>
                <a:lnTo>
                  <a:pt x="1592" y="2802"/>
                </a:lnTo>
                <a:lnTo>
                  <a:pt x="15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4069408" y="1883243"/>
            <a:ext cx="116160" cy="169645"/>
          </a:xfrm>
          <a:custGeom>
            <a:avLst/>
            <a:gdLst/>
            <a:ahLst/>
            <a:cxnLst/>
            <a:rect l="l" t="t" r="r" b="b"/>
            <a:pathLst>
              <a:path w="4841" h="7070" extrusionOk="0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29" y="3312"/>
                </a:lnTo>
                <a:lnTo>
                  <a:pt x="1529" y="1274"/>
                </a:lnTo>
                <a:close/>
                <a:moveTo>
                  <a:pt x="0" y="0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522"/>
                </a:lnTo>
                <a:lnTo>
                  <a:pt x="2612" y="4522"/>
                </a:lnTo>
                <a:cubicBezTo>
                  <a:pt x="2647" y="4524"/>
                  <a:pt x="2683" y="4524"/>
                  <a:pt x="2718" y="4524"/>
                </a:cubicBezTo>
                <a:cubicBezTo>
                  <a:pt x="3938" y="4524"/>
                  <a:pt x="4839" y="3469"/>
                  <a:pt x="4777" y="2293"/>
                </a:cubicBezTo>
                <a:cubicBezTo>
                  <a:pt x="4840" y="1083"/>
                  <a:pt x="3822" y="64"/>
                  <a:pt x="26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-522515" y="481959"/>
            <a:ext cx="88638" cy="171180"/>
          </a:xfrm>
          <a:custGeom>
            <a:avLst/>
            <a:gdLst/>
            <a:ahLst/>
            <a:cxnLst/>
            <a:rect l="l" t="t" r="r" b="b"/>
            <a:pathLst>
              <a:path w="3694" h="7134" extrusionOk="0">
                <a:moveTo>
                  <a:pt x="2102" y="1"/>
                </a:moveTo>
                <a:lnTo>
                  <a:pt x="2102" y="4268"/>
                </a:lnTo>
                <a:cubicBezTo>
                  <a:pt x="2102" y="5032"/>
                  <a:pt x="2102" y="5669"/>
                  <a:pt x="955" y="5669"/>
                </a:cubicBezTo>
                <a:cubicBezTo>
                  <a:pt x="573" y="5669"/>
                  <a:pt x="191" y="5478"/>
                  <a:pt x="0" y="5159"/>
                </a:cubicBezTo>
                <a:lnTo>
                  <a:pt x="0" y="7006"/>
                </a:lnTo>
                <a:cubicBezTo>
                  <a:pt x="319" y="7134"/>
                  <a:pt x="637" y="7134"/>
                  <a:pt x="955" y="7134"/>
                </a:cubicBezTo>
                <a:cubicBezTo>
                  <a:pt x="2675" y="7134"/>
                  <a:pt x="3694" y="6433"/>
                  <a:pt x="3694" y="4395"/>
                </a:cubicBezTo>
                <a:lnTo>
                  <a:pt x="3694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-415569" y="478912"/>
            <a:ext cx="142146" cy="175763"/>
          </a:xfrm>
          <a:custGeom>
            <a:avLst/>
            <a:gdLst/>
            <a:ahLst/>
            <a:cxnLst/>
            <a:rect l="l" t="t" r="r" b="b"/>
            <a:pathLst>
              <a:path w="5924" h="7325" extrusionOk="0">
                <a:moveTo>
                  <a:pt x="2867" y="1"/>
                </a:moveTo>
                <a:cubicBezTo>
                  <a:pt x="1593" y="1"/>
                  <a:pt x="256" y="637"/>
                  <a:pt x="256" y="2102"/>
                </a:cubicBezTo>
                <a:cubicBezTo>
                  <a:pt x="256" y="4713"/>
                  <a:pt x="4331" y="3822"/>
                  <a:pt x="4331" y="5223"/>
                </a:cubicBezTo>
                <a:cubicBezTo>
                  <a:pt x="4331" y="5860"/>
                  <a:pt x="3504" y="6051"/>
                  <a:pt x="3058" y="6051"/>
                </a:cubicBezTo>
                <a:cubicBezTo>
                  <a:pt x="3019" y="6054"/>
                  <a:pt x="2980" y="6055"/>
                  <a:pt x="2942" y="6055"/>
                </a:cubicBezTo>
                <a:cubicBezTo>
                  <a:pt x="2230" y="6055"/>
                  <a:pt x="1654" y="5505"/>
                  <a:pt x="1593" y="4841"/>
                </a:cubicBezTo>
                <a:lnTo>
                  <a:pt x="1" y="4841"/>
                </a:lnTo>
                <a:cubicBezTo>
                  <a:pt x="1" y="6496"/>
                  <a:pt x="1466" y="7324"/>
                  <a:pt x="2994" y="7324"/>
                </a:cubicBezTo>
                <a:cubicBezTo>
                  <a:pt x="4586" y="7324"/>
                  <a:pt x="5924" y="6687"/>
                  <a:pt x="5924" y="5032"/>
                </a:cubicBezTo>
                <a:cubicBezTo>
                  <a:pt x="5924" y="2357"/>
                  <a:pt x="1848" y="3249"/>
                  <a:pt x="1848" y="1975"/>
                </a:cubicBezTo>
                <a:cubicBezTo>
                  <a:pt x="1848" y="1465"/>
                  <a:pt x="2485" y="1274"/>
                  <a:pt x="2867" y="1274"/>
                </a:cubicBezTo>
                <a:cubicBezTo>
                  <a:pt x="3695" y="1274"/>
                  <a:pt x="4077" y="1529"/>
                  <a:pt x="4204" y="2230"/>
                </a:cubicBezTo>
                <a:lnTo>
                  <a:pt x="5669" y="2230"/>
                </a:lnTo>
                <a:cubicBezTo>
                  <a:pt x="5605" y="637"/>
                  <a:pt x="4331" y="1"/>
                  <a:pt x="2867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-1214747" y="1001523"/>
            <a:ext cx="131445" cy="169645"/>
          </a:xfrm>
          <a:custGeom>
            <a:avLst/>
            <a:gdLst/>
            <a:ahLst/>
            <a:cxnLst/>
            <a:rect l="l" t="t" r="r" b="b"/>
            <a:pathLst>
              <a:path w="5478" h="7070" extrusionOk="0">
                <a:moveTo>
                  <a:pt x="0" y="1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267"/>
                </a:lnTo>
                <a:lnTo>
                  <a:pt x="3821" y="4267"/>
                </a:lnTo>
                <a:lnTo>
                  <a:pt x="3821" y="7069"/>
                </a:lnTo>
                <a:lnTo>
                  <a:pt x="5477" y="7069"/>
                </a:lnTo>
                <a:lnTo>
                  <a:pt x="5477" y="1"/>
                </a:lnTo>
                <a:lnTo>
                  <a:pt x="3821" y="1"/>
                </a:lnTo>
                <a:lnTo>
                  <a:pt x="3821" y="2866"/>
                </a:lnTo>
                <a:lnTo>
                  <a:pt x="1529" y="2866"/>
                </a:lnTo>
                <a:lnTo>
                  <a:pt x="152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-1066530" y="1001523"/>
            <a:ext cx="134492" cy="169645"/>
          </a:xfrm>
          <a:custGeom>
            <a:avLst/>
            <a:gdLst/>
            <a:ahLst/>
            <a:cxnLst/>
            <a:rect l="l" t="t" r="r" b="b"/>
            <a:pathLst>
              <a:path w="5605" h="7070" extrusionOk="0">
                <a:moveTo>
                  <a:pt x="1" y="1"/>
                </a:moveTo>
                <a:lnTo>
                  <a:pt x="1" y="1465"/>
                </a:lnTo>
                <a:lnTo>
                  <a:pt x="2038" y="1465"/>
                </a:lnTo>
                <a:lnTo>
                  <a:pt x="2038" y="7069"/>
                </a:lnTo>
                <a:lnTo>
                  <a:pt x="3567" y="7069"/>
                </a:lnTo>
                <a:lnTo>
                  <a:pt x="3567" y="1465"/>
                </a:lnTo>
                <a:lnTo>
                  <a:pt x="5605" y="1465"/>
                </a:lnTo>
                <a:lnTo>
                  <a:pt x="560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-930526" y="1001523"/>
            <a:ext cx="224665" cy="169645"/>
          </a:xfrm>
          <a:custGeom>
            <a:avLst/>
            <a:gdLst/>
            <a:ahLst/>
            <a:cxnLst/>
            <a:rect l="l" t="t" r="r" b="b"/>
            <a:pathLst>
              <a:path w="9363" h="7070" extrusionOk="0">
                <a:moveTo>
                  <a:pt x="1402" y="1"/>
                </a:moveTo>
                <a:lnTo>
                  <a:pt x="0" y="7069"/>
                </a:lnTo>
                <a:lnTo>
                  <a:pt x="1720" y="7069"/>
                </a:lnTo>
                <a:lnTo>
                  <a:pt x="2548" y="2229"/>
                </a:lnTo>
                <a:lnTo>
                  <a:pt x="3949" y="7069"/>
                </a:lnTo>
                <a:lnTo>
                  <a:pt x="5477" y="7069"/>
                </a:lnTo>
                <a:lnTo>
                  <a:pt x="6815" y="2229"/>
                </a:lnTo>
                <a:lnTo>
                  <a:pt x="7643" y="7069"/>
                </a:lnTo>
                <a:lnTo>
                  <a:pt x="9362" y="7069"/>
                </a:lnTo>
                <a:lnTo>
                  <a:pt x="8025" y="1"/>
                </a:lnTo>
                <a:lnTo>
                  <a:pt x="6178" y="1"/>
                </a:lnTo>
                <a:lnTo>
                  <a:pt x="4713" y="4968"/>
                </a:lnTo>
                <a:lnTo>
                  <a:pt x="3248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-689088" y="1001523"/>
            <a:ext cx="97828" cy="169645"/>
          </a:xfrm>
          <a:custGeom>
            <a:avLst/>
            <a:gdLst/>
            <a:ahLst/>
            <a:cxnLst/>
            <a:rect l="l" t="t" r="r" b="b"/>
            <a:pathLst>
              <a:path w="4077" h="7070" extrusionOk="0">
                <a:moveTo>
                  <a:pt x="1" y="1"/>
                </a:moveTo>
                <a:lnTo>
                  <a:pt x="1" y="7069"/>
                </a:lnTo>
                <a:lnTo>
                  <a:pt x="4076" y="7069"/>
                </a:lnTo>
                <a:lnTo>
                  <a:pt x="4076" y="5668"/>
                </a:lnTo>
                <a:lnTo>
                  <a:pt x="1529" y="5668"/>
                </a:lnTo>
                <a:lnTo>
                  <a:pt x="152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12309" y="4484061"/>
            <a:ext cx="155896" cy="203262"/>
          </a:xfrm>
          <a:custGeom>
            <a:avLst/>
            <a:gdLst/>
            <a:ahLst/>
            <a:cxnLst/>
            <a:rect l="l" t="t" r="r" b="b"/>
            <a:pathLst>
              <a:path w="6497" h="8471" extrusionOk="0">
                <a:moveTo>
                  <a:pt x="6496" y="0"/>
                </a:moveTo>
                <a:lnTo>
                  <a:pt x="0" y="3057"/>
                </a:lnTo>
                <a:lnTo>
                  <a:pt x="0" y="5413"/>
                </a:lnTo>
                <a:lnTo>
                  <a:pt x="6496" y="8470"/>
                </a:lnTo>
                <a:lnTo>
                  <a:pt x="6496" y="6560"/>
                </a:lnTo>
                <a:lnTo>
                  <a:pt x="1402" y="4267"/>
                </a:lnTo>
                <a:lnTo>
                  <a:pt x="6496" y="1911"/>
                </a:lnTo>
                <a:lnTo>
                  <a:pt x="64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192632" y="4384722"/>
            <a:ext cx="198679" cy="365252"/>
          </a:xfrm>
          <a:custGeom>
            <a:avLst/>
            <a:gdLst/>
            <a:ahLst/>
            <a:cxnLst/>
            <a:rect l="l" t="t" r="r" b="b"/>
            <a:pathLst>
              <a:path w="8280" h="15222" extrusionOk="0">
                <a:moveTo>
                  <a:pt x="6114" y="1"/>
                </a:moveTo>
                <a:lnTo>
                  <a:pt x="0" y="15221"/>
                </a:lnTo>
                <a:lnTo>
                  <a:pt x="2165" y="15221"/>
                </a:lnTo>
                <a:lnTo>
                  <a:pt x="827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3801989" y="4086729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Съдържание</a:t>
            </a:r>
            <a:endParaRPr dirty="0"/>
          </a:p>
        </p:txBody>
      </p:sp>
      <p:sp>
        <p:nvSpPr>
          <p:cNvPr id="225" name="Google Shape;225;p23"/>
          <p:cNvSpPr txBox="1">
            <a:spLocks noGrp="1"/>
          </p:cNvSpPr>
          <p:nvPr>
            <p:ph type="subTitle" idx="7"/>
          </p:nvPr>
        </p:nvSpPr>
        <p:spPr>
          <a:xfrm>
            <a:off x="1774521" y="2115242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chemeClr val="accent1"/>
                </a:solidFill>
              </a:rPr>
              <a:t>Показва нашия отбор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26" name="Google Shape;226;p23"/>
          <p:cNvSpPr txBox="1">
            <a:spLocks noGrp="1"/>
          </p:cNvSpPr>
          <p:nvPr>
            <p:ph type="title" idx="8"/>
          </p:nvPr>
        </p:nvSpPr>
        <p:spPr>
          <a:xfrm>
            <a:off x="3769092" y="18455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7" name="Google Shape;227;p23"/>
          <p:cNvSpPr txBox="1">
            <a:spLocks noGrp="1"/>
          </p:cNvSpPr>
          <p:nvPr>
            <p:ph type="subTitle" idx="9"/>
          </p:nvPr>
        </p:nvSpPr>
        <p:spPr>
          <a:xfrm>
            <a:off x="1851221" y="3048292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>
                <a:solidFill>
                  <a:schemeClr val="accent1"/>
                </a:solidFill>
              </a:rPr>
              <a:t>Показва нашата идея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28" name="Google Shape;228;p23"/>
          <p:cNvSpPr txBox="1">
            <a:spLocks noGrp="1"/>
          </p:cNvSpPr>
          <p:nvPr>
            <p:ph type="title" idx="13"/>
          </p:nvPr>
        </p:nvSpPr>
        <p:spPr>
          <a:xfrm>
            <a:off x="3784521" y="2790612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9" name="Google Shape;229;p23"/>
          <p:cNvSpPr txBox="1">
            <a:spLocks noGrp="1"/>
          </p:cNvSpPr>
          <p:nvPr>
            <p:ph type="subTitle" idx="14"/>
          </p:nvPr>
        </p:nvSpPr>
        <p:spPr>
          <a:xfrm>
            <a:off x="1917221" y="4019489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>
                <a:solidFill>
                  <a:schemeClr val="accent1"/>
                </a:solidFill>
              </a:rPr>
              <a:t>Показва как сме планирали нещата за проекта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30" name="Google Shape;230;p23"/>
          <p:cNvSpPr txBox="1">
            <a:spLocks noGrp="1"/>
          </p:cNvSpPr>
          <p:nvPr>
            <p:ph type="title" idx="15"/>
          </p:nvPr>
        </p:nvSpPr>
        <p:spPr>
          <a:xfrm>
            <a:off x="3784521" y="375052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03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1" name="Google Shape;231;p23"/>
          <p:cNvSpPr txBox="1">
            <a:spLocks noGrp="1"/>
          </p:cNvSpPr>
          <p:nvPr>
            <p:ph type="ctrTitle" idx="16"/>
          </p:nvPr>
        </p:nvSpPr>
        <p:spPr>
          <a:xfrm>
            <a:off x="1709398" y="2064321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Отборът ни</a:t>
            </a:r>
            <a:endParaRPr dirty="0"/>
          </a:p>
        </p:txBody>
      </p:sp>
      <p:sp>
        <p:nvSpPr>
          <p:cNvPr id="232" name="Google Shape;232;p23"/>
          <p:cNvSpPr txBox="1">
            <a:spLocks noGrp="1"/>
          </p:cNvSpPr>
          <p:nvPr>
            <p:ph type="ctrTitle" idx="17"/>
          </p:nvPr>
        </p:nvSpPr>
        <p:spPr>
          <a:xfrm>
            <a:off x="1785221" y="302211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/>
              <a:t>Идеята на проекта</a:t>
            </a:r>
            <a:endParaRPr dirty="0"/>
          </a:p>
        </p:txBody>
      </p:sp>
      <p:sp>
        <p:nvSpPr>
          <p:cNvPr id="233" name="Google Shape;233;p23"/>
          <p:cNvSpPr txBox="1">
            <a:spLocks noGrp="1"/>
          </p:cNvSpPr>
          <p:nvPr>
            <p:ph type="ctrTitle" idx="18"/>
          </p:nvPr>
        </p:nvSpPr>
        <p:spPr>
          <a:xfrm>
            <a:off x="1851221" y="39568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/>
              <a:t>Етапи на планиране</a:t>
            </a:r>
            <a:endParaRPr dirty="0"/>
          </a:p>
        </p:txBody>
      </p:sp>
      <p:sp>
        <p:nvSpPr>
          <p:cNvPr id="237" name="Google Shape;237;p23"/>
          <p:cNvSpPr/>
          <p:nvPr/>
        </p:nvSpPr>
        <p:spPr>
          <a:xfrm>
            <a:off x="4377735" y="3845835"/>
            <a:ext cx="428915" cy="428530"/>
          </a:xfrm>
          <a:custGeom>
            <a:avLst/>
            <a:gdLst/>
            <a:ahLst/>
            <a:cxnLst/>
            <a:rect l="l" t="t" r="r" b="b"/>
            <a:pathLst>
              <a:path w="31480" h="31446" extrusionOk="0">
                <a:moveTo>
                  <a:pt x="15267" y="12428"/>
                </a:moveTo>
                <a:cubicBezTo>
                  <a:pt x="15789" y="12428"/>
                  <a:pt x="16278" y="12559"/>
                  <a:pt x="16768" y="12722"/>
                </a:cubicBezTo>
                <a:lnTo>
                  <a:pt x="14647" y="14842"/>
                </a:lnTo>
                <a:cubicBezTo>
                  <a:pt x="14060" y="15364"/>
                  <a:pt x="14060" y="16277"/>
                  <a:pt x="14615" y="16832"/>
                </a:cubicBezTo>
                <a:cubicBezTo>
                  <a:pt x="14892" y="17126"/>
                  <a:pt x="15259" y="17272"/>
                  <a:pt x="15626" y="17272"/>
                </a:cubicBezTo>
                <a:cubicBezTo>
                  <a:pt x="15993" y="17272"/>
                  <a:pt x="16360" y="17126"/>
                  <a:pt x="16637" y="16832"/>
                </a:cubicBezTo>
                <a:lnTo>
                  <a:pt x="18757" y="14712"/>
                </a:lnTo>
                <a:cubicBezTo>
                  <a:pt x="18953" y="15168"/>
                  <a:pt x="19051" y="15690"/>
                  <a:pt x="19051" y="16245"/>
                </a:cubicBezTo>
                <a:cubicBezTo>
                  <a:pt x="19051" y="18365"/>
                  <a:pt x="17322" y="20029"/>
                  <a:pt x="15267" y="20029"/>
                </a:cubicBezTo>
                <a:cubicBezTo>
                  <a:pt x="13147" y="20029"/>
                  <a:pt x="11450" y="18300"/>
                  <a:pt x="11450" y="16245"/>
                </a:cubicBezTo>
                <a:cubicBezTo>
                  <a:pt x="11450" y="14157"/>
                  <a:pt x="13179" y="12428"/>
                  <a:pt x="15267" y="12428"/>
                </a:cubicBezTo>
                <a:close/>
                <a:moveTo>
                  <a:pt x="15267" y="4763"/>
                </a:moveTo>
                <a:cubicBezTo>
                  <a:pt x="17909" y="4763"/>
                  <a:pt x="20323" y="5676"/>
                  <a:pt x="22280" y="7177"/>
                </a:cubicBezTo>
                <a:lnTo>
                  <a:pt x="19540" y="9917"/>
                </a:lnTo>
                <a:cubicBezTo>
                  <a:pt x="18301" y="9101"/>
                  <a:pt x="16833" y="8612"/>
                  <a:pt x="15267" y="8612"/>
                </a:cubicBezTo>
                <a:cubicBezTo>
                  <a:pt x="11059" y="8612"/>
                  <a:pt x="7634" y="12037"/>
                  <a:pt x="7634" y="16245"/>
                </a:cubicBezTo>
                <a:cubicBezTo>
                  <a:pt x="7634" y="20420"/>
                  <a:pt x="11059" y="23845"/>
                  <a:pt x="15267" y="23845"/>
                </a:cubicBezTo>
                <a:cubicBezTo>
                  <a:pt x="19442" y="23845"/>
                  <a:pt x="22867" y="20420"/>
                  <a:pt x="22867" y="16245"/>
                </a:cubicBezTo>
                <a:cubicBezTo>
                  <a:pt x="22867" y="14646"/>
                  <a:pt x="22378" y="13179"/>
                  <a:pt x="21563" y="11939"/>
                </a:cubicBezTo>
                <a:lnTo>
                  <a:pt x="24303" y="9232"/>
                </a:lnTo>
                <a:cubicBezTo>
                  <a:pt x="25803" y="11124"/>
                  <a:pt x="26717" y="13570"/>
                  <a:pt x="26717" y="16245"/>
                </a:cubicBezTo>
                <a:cubicBezTo>
                  <a:pt x="26717" y="22508"/>
                  <a:pt x="21563" y="27597"/>
                  <a:pt x="15267" y="27597"/>
                </a:cubicBezTo>
                <a:cubicBezTo>
                  <a:pt x="8939" y="27597"/>
                  <a:pt x="3850" y="22475"/>
                  <a:pt x="3850" y="16180"/>
                </a:cubicBezTo>
                <a:cubicBezTo>
                  <a:pt x="3850" y="9917"/>
                  <a:pt x="8971" y="4763"/>
                  <a:pt x="15267" y="4763"/>
                </a:cubicBezTo>
                <a:close/>
                <a:moveTo>
                  <a:pt x="27434" y="0"/>
                </a:moveTo>
                <a:lnTo>
                  <a:pt x="23846" y="3588"/>
                </a:lnTo>
                <a:cubicBezTo>
                  <a:pt x="21400" y="1925"/>
                  <a:pt x="18464" y="946"/>
                  <a:pt x="15300" y="946"/>
                </a:cubicBezTo>
                <a:cubicBezTo>
                  <a:pt x="6851" y="946"/>
                  <a:pt x="1" y="7764"/>
                  <a:pt x="1" y="16180"/>
                </a:cubicBezTo>
                <a:cubicBezTo>
                  <a:pt x="1" y="24628"/>
                  <a:pt x="6818" y="31446"/>
                  <a:pt x="15267" y="31446"/>
                </a:cubicBezTo>
                <a:cubicBezTo>
                  <a:pt x="23650" y="31446"/>
                  <a:pt x="30500" y="24628"/>
                  <a:pt x="30500" y="16180"/>
                </a:cubicBezTo>
                <a:cubicBezTo>
                  <a:pt x="30500" y="13015"/>
                  <a:pt x="29522" y="10080"/>
                  <a:pt x="27858" y="7633"/>
                </a:cubicBezTo>
                <a:lnTo>
                  <a:pt x="31479" y="4045"/>
                </a:lnTo>
                <a:lnTo>
                  <a:pt x="31479" y="4045"/>
                </a:lnTo>
                <a:lnTo>
                  <a:pt x="26749" y="4730"/>
                </a:lnTo>
                <a:lnTo>
                  <a:pt x="26749" y="4730"/>
                </a:lnTo>
                <a:lnTo>
                  <a:pt x="274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23"/>
          <p:cNvGrpSpPr/>
          <p:nvPr/>
        </p:nvGrpSpPr>
        <p:grpSpPr>
          <a:xfrm>
            <a:off x="4357542" y="1957044"/>
            <a:ext cx="428915" cy="426116"/>
            <a:chOff x="6226275" y="3911538"/>
            <a:chExt cx="900325" cy="894450"/>
          </a:xfrm>
        </p:grpSpPr>
        <p:sp>
          <p:nvSpPr>
            <p:cNvPr id="239" name="Google Shape;239;p23"/>
            <p:cNvSpPr/>
            <p:nvPr/>
          </p:nvSpPr>
          <p:spPr>
            <a:xfrm>
              <a:off x="6355100" y="4405488"/>
              <a:ext cx="87300" cy="116625"/>
            </a:xfrm>
            <a:custGeom>
              <a:avLst/>
              <a:gdLst/>
              <a:ahLst/>
              <a:cxnLst/>
              <a:rect l="l" t="t" r="r" b="b"/>
              <a:pathLst>
                <a:path w="3492" h="4665" extrusionOk="0">
                  <a:moveTo>
                    <a:pt x="1860" y="0"/>
                  </a:moveTo>
                  <a:cubicBezTo>
                    <a:pt x="947" y="1664"/>
                    <a:pt x="360" y="2871"/>
                    <a:pt x="197" y="3197"/>
                  </a:cubicBezTo>
                  <a:cubicBezTo>
                    <a:pt x="1" y="3588"/>
                    <a:pt x="66" y="4078"/>
                    <a:pt x="392" y="4404"/>
                  </a:cubicBezTo>
                  <a:lnTo>
                    <a:pt x="653" y="4665"/>
                  </a:lnTo>
                  <a:cubicBezTo>
                    <a:pt x="1371" y="3784"/>
                    <a:pt x="2252" y="2806"/>
                    <a:pt x="3296" y="1794"/>
                  </a:cubicBezTo>
                  <a:cubicBezTo>
                    <a:pt x="3393" y="1729"/>
                    <a:pt x="3459" y="1664"/>
                    <a:pt x="3491" y="1631"/>
                  </a:cubicBezTo>
                  <a:lnTo>
                    <a:pt x="18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6514125" y="4593038"/>
              <a:ext cx="119900" cy="87550"/>
            </a:xfrm>
            <a:custGeom>
              <a:avLst/>
              <a:gdLst/>
              <a:ahLst/>
              <a:cxnLst/>
              <a:rect l="l" t="t" r="r" b="b"/>
              <a:pathLst>
                <a:path w="4796" h="3502" extrusionOk="0">
                  <a:moveTo>
                    <a:pt x="3100" y="1"/>
                  </a:moveTo>
                  <a:cubicBezTo>
                    <a:pt x="2969" y="33"/>
                    <a:pt x="2937" y="131"/>
                    <a:pt x="2839" y="164"/>
                  </a:cubicBezTo>
                  <a:cubicBezTo>
                    <a:pt x="1795" y="1240"/>
                    <a:pt x="849" y="2088"/>
                    <a:pt x="1" y="2806"/>
                  </a:cubicBezTo>
                  <a:lnTo>
                    <a:pt x="360" y="3165"/>
                  </a:lnTo>
                  <a:cubicBezTo>
                    <a:pt x="566" y="3392"/>
                    <a:pt x="838" y="3502"/>
                    <a:pt x="1109" y="3502"/>
                  </a:cubicBezTo>
                  <a:cubicBezTo>
                    <a:pt x="1266" y="3502"/>
                    <a:pt x="1423" y="3465"/>
                    <a:pt x="1567" y="3393"/>
                  </a:cubicBezTo>
                  <a:cubicBezTo>
                    <a:pt x="2121" y="3100"/>
                    <a:pt x="2969" y="2708"/>
                    <a:pt x="4796" y="1697"/>
                  </a:cubicBezTo>
                  <a:lnTo>
                    <a:pt x="31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3"/>
            <p:cNvSpPr/>
            <p:nvPr/>
          </p:nvSpPr>
          <p:spPr>
            <a:xfrm>
              <a:off x="6330650" y="4455438"/>
              <a:ext cx="258525" cy="246400"/>
            </a:xfrm>
            <a:custGeom>
              <a:avLst/>
              <a:gdLst/>
              <a:ahLst/>
              <a:cxnLst/>
              <a:rect l="l" t="t" r="r" b="b"/>
              <a:pathLst>
                <a:path w="10341" h="9856" extrusionOk="0">
                  <a:moveTo>
                    <a:pt x="8645" y="1"/>
                  </a:moveTo>
                  <a:cubicBezTo>
                    <a:pt x="7689" y="1"/>
                    <a:pt x="6431" y="551"/>
                    <a:pt x="5741" y="1264"/>
                  </a:cubicBezTo>
                  <a:cubicBezTo>
                    <a:pt x="2414" y="4624"/>
                    <a:pt x="881" y="6973"/>
                    <a:pt x="196" y="8375"/>
                  </a:cubicBezTo>
                  <a:cubicBezTo>
                    <a:pt x="0" y="8767"/>
                    <a:pt x="66" y="9256"/>
                    <a:pt x="392" y="9550"/>
                  </a:cubicBezTo>
                  <a:cubicBezTo>
                    <a:pt x="596" y="9754"/>
                    <a:pt x="863" y="9855"/>
                    <a:pt x="1131" y="9855"/>
                  </a:cubicBezTo>
                  <a:cubicBezTo>
                    <a:pt x="1291" y="9855"/>
                    <a:pt x="1452" y="9819"/>
                    <a:pt x="1599" y="9745"/>
                  </a:cubicBezTo>
                  <a:cubicBezTo>
                    <a:pt x="2969" y="9093"/>
                    <a:pt x="5285" y="7592"/>
                    <a:pt x="8677" y="4200"/>
                  </a:cubicBezTo>
                  <a:cubicBezTo>
                    <a:pt x="9819" y="3091"/>
                    <a:pt x="10341" y="1068"/>
                    <a:pt x="9623" y="318"/>
                  </a:cubicBezTo>
                  <a:cubicBezTo>
                    <a:pt x="9392" y="97"/>
                    <a:pt x="9045" y="1"/>
                    <a:pt x="8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6226275" y="4198463"/>
              <a:ext cx="243025" cy="181575"/>
            </a:xfrm>
            <a:custGeom>
              <a:avLst/>
              <a:gdLst/>
              <a:ahLst/>
              <a:cxnLst/>
              <a:rect l="l" t="t" r="r" b="b"/>
              <a:pathLst>
                <a:path w="9721" h="7263" extrusionOk="0">
                  <a:moveTo>
                    <a:pt x="8601" y="1"/>
                  </a:moveTo>
                  <a:cubicBezTo>
                    <a:pt x="7289" y="1"/>
                    <a:pt x="5238" y="662"/>
                    <a:pt x="3392" y="2508"/>
                  </a:cubicBezTo>
                  <a:lnTo>
                    <a:pt x="424" y="5476"/>
                  </a:lnTo>
                  <a:cubicBezTo>
                    <a:pt x="98" y="5802"/>
                    <a:pt x="0" y="6324"/>
                    <a:pt x="261" y="6748"/>
                  </a:cubicBezTo>
                  <a:cubicBezTo>
                    <a:pt x="450" y="7072"/>
                    <a:pt x="818" y="7262"/>
                    <a:pt x="1199" y="7262"/>
                  </a:cubicBezTo>
                  <a:cubicBezTo>
                    <a:pt x="1278" y="7262"/>
                    <a:pt x="1357" y="7254"/>
                    <a:pt x="1435" y="7237"/>
                  </a:cubicBezTo>
                  <a:cubicBezTo>
                    <a:pt x="2549" y="6919"/>
                    <a:pt x="3584" y="6743"/>
                    <a:pt x="4418" y="6743"/>
                  </a:cubicBezTo>
                  <a:cubicBezTo>
                    <a:pt x="4781" y="6743"/>
                    <a:pt x="5105" y="6777"/>
                    <a:pt x="5382" y="6846"/>
                  </a:cubicBezTo>
                  <a:cubicBezTo>
                    <a:pt x="6752" y="4465"/>
                    <a:pt x="8188" y="2247"/>
                    <a:pt x="9721" y="257"/>
                  </a:cubicBezTo>
                  <a:cubicBezTo>
                    <a:pt x="9488" y="95"/>
                    <a:pt x="9097" y="1"/>
                    <a:pt x="8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6656850" y="4568588"/>
              <a:ext cx="188400" cy="237400"/>
            </a:xfrm>
            <a:custGeom>
              <a:avLst/>
              <a:gdLst/>
              <a:ahLst/>
              <a:cxnLst/>
              <a:rect l="l" t="t" r="r" b="b"/>
              <a:pathLst>
                <a:path w="7536" h="9496" extrusionOk="0">
                  <a:moveTo>
                    <a:pt x="7014" y="0"/>
                  </a:moveTo>
                  <a:cubicBezTo>
                    <a:pt x="4763" y="1664"/>
                    <a:pt x="2512" y="3099"/>
                    <a:pt x="392" y="4273"/>
                  </a:cubicBezTo>
                  <a:cubicBezTo>
                    <a:pt x="555" y="5089"/>
                    <a:pt x="457" y="5904"/>
                    <a:pt x="131" y="8253"/>
                  </a:cubicBezTo>
                  <a:cubicBezTo>
                    <a:pt x="0" y="8742"/>
                    <a:pt x="229" y="9166"/>
                    <a:pt x="653" y="9395"/>
                  </a:cubicBezTo>
                  <a:cubicBezTo>
                    <a:pt x="788" y="9463"/>
                    <a:pt x="936" y="9495"/>
                    <a:pt x="1084" y="9495"/>
                  </a:cubicBezTo>
                  <a:cubicBezTo>
                    <a:pt x="1364" y="9495"/>
                    <a:pt x="1647" y="9379"/>
                    <a:pt x="1860" y="9166"/>
                  </a:cubicBezTo>
                  <a:lnTo>
                    <a:pt x="4861" y="6198"/>
                  </a:lnTo>
                  <a:cubicBezTo>
                    <a:pt x="7144" y="3915"/>
                    <a:pt x="7536" y="946"/>
                    <a:pt x="7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6718825" y="4152263"/>
              <a:ext cx="172100" cy="156800"/>
            </a:xfrm>
            <a:custGeom>
              <a:avLst/>
              <a:gdLst/>
              <a:ahLst/>
              <a:cxnLst/>
              <a:rect l="l" t="t" r="r" b="b"/>
              <a:pathLst>
                <a:path w="6884" h="6272" extrusionOk="0">
                  <a:moveTo>
                    <a:pt x="3446" y="1"/>
                  </a:moveTo>
                  <a:cubicBezTo>
                    <a:pt x="2643" y="1"/>
                    <a:pt x="1843" y="311"/>
                    <a:pt x="1240" y="930"/>
                  </a:cubicBezTo>
                  <a:cubicBezTo>
                    <a:pt x="0" y="2137"/>
                    <a:pt x="0" y="4127"/>
                    <a:pt x="1240" y="5367"/>
                  </a:cubicBezTo>
                  <a:cubicBezTo>
                    <a:pt x="1843" y="5970"/>
                    <a:pt x="2643" y="6272"/>
                    <a:pt x="3446" y="6272"/>
                  </a:cubicBezTo>
                  <a:cubicBezTo>
                    <a:pt x="4249" y="6272"/>
                    <a:pt x="5057" y="5970"/>
                    <a:pt x="5676" y="5367"/>
                  </a:cubicBezTo>
                  <a:cubicBezTo>
                    <a:pt x="6883" y="4127"/>
                    <a:pt x="6883" y="2137"/>
                    <a:pt x="5676" y="930"/>
                  </a:cubicBezTo>
                  <a:cubicBezTo>
                    <a:pt x="5057" y="311"/>
                    <a:pt x="4249" y="1"/>
                    <a:pt x="3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6906375" y="3911538"/>
              <a:ext cx="220225" cy="216700"/>
            </a:xfrm>
            <a:custGeom>
              <a:avLst/>
              <a:gdLst/>
              <a:ahLst/>
              <a:cxnLst/>
              <a:rect l="l" t="t" r="r" b="b"/>
              <a:pathLst>
                <a:path w="8809" h="8668" extrusionOk="0">
                  <a:moveTo>
                    <a:pt x="6168" y="0"/>
                  </a:moveTo>
                  <a:cubicBezTo>
                    <a:pt x="4083" y="0"/>
                    <a:pt x="2010" y="335"/>
                    <a:pt x="1" y="969"/>
                  </a:cubicBezTo>
                  <a:cubicBezTo>
                    <a:pt x="197" y="2665"/>
                    <a:pt x="1110" y="4557"/>
                    <a:pt x="2611" y="6058"/>
                  </a:cubicBezTo>
                  <a:cubicBezTo>
                    <a:pt x="4176" y="7624"/>
                    <a:pt x="6068" y="8504"/>
                    <a:pt x="7830" y="8667"/>
                  </a:cubicBezTo>
                  <a:cubicBezTo>
                    <a:pt x="8482" y="6351"/>
                    <a:pt x="8808" y="3774"/>
                    <a:pt x="8613" y="1034"/>
                  </a:cubicBezTo>
                  <a:cubicBezTo>
                    <a:pt x="8580" y="513"/>
                    <a:pt x="8156" y="121"/>
                    <a:pt x="7634" y="56"/>
                  </a:cubicBezTo>
                  <a:cubicBezTo>
                    <a:pt x="7145" y="19"/>
                    <a:pt x="6656" y="0"/>
                    <a:pt x="6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6429325" y="3953688"/>
              <a:ext cx="655675" cy="654050"/>
            </a:xfrm>
            <a:custGeom>
              <a:avLst/>
              <a:gdLst/>
              <a:ahLst/>
              <a:cxnLst/>
              <a:rect l="l" t="t" r="r" b="b"/>
              <a:pathLst>
                <a:path w="26227" h="26162" extrusionOk="0">
                  <a:moveTo>
                    <a:pt x="14993" y="5823"/>
                  </a:moveTo>
                  <a:cubicBezTo>
                    <a:pt x="16335" y="5823"/>
                    <a:pt x="17680" y="6329"/>
                    <a:pt x="18724" y="7340"/>
                  </a:cubicBezTo>
                  <a:cubicBezTo>
                    <a:pt x="20747" y="9428"/>
                    <a:pt x="20747" y="12723"/>
                    <a:pt x="18724" y="14778"/>
                  </a:cubicBezTo>
                  <a:cubicBezTo>
                    <a:pt x="17697" y="15789"/>
                    <a:pt x="16359" y="16294"/>
                    <a:pt x="15018" y="16294"/>
                  </a:cubicBezTo>
                  <a:cubicBezTo>
                    <a:pt x="13676" y="16294"/>
                    <a:pt x="12331" y="15789"/>
                    <a:pt x="11287" y="14778"/>
                  </a:cubicBezTo>
                  <a:cubicBezTo>
                    <a:pt x="9264" y="12723"/>
                    <a:pt x="9264" y="9428"/>
                    <a:pt x="11287" y="7340"/>
                  </a:cubicBezTo>
                  <a:cubicBezTo>
                    <a:pt x="12314" y="6329"/>
                    <a:pt x="13652" y="5823"/>
                    <a:pt x="14993" y="5823"/>
                  </a:cubicBezTo>
                  <a:close/>
                  <a:moveTo>
                    <a:pt x="17061" y="1"/>
                  </a:moveTo>
                  <a:cubicBezTo>
                    <a:pt x="10765" y="2578"/>
                    <a:pt x="4730" y="8221"/>
                    <a:pt x="0" y="16115"/>
                  </a:cubicBezTo>
                  <a:lnTo>
                    <a:pt x="2382" y="18496"/>
                  </a:lnTo>
                  <a:cubicBezTo>
                    <a:pt x="3146" y="18190"/>
                    <a:pt x="3983" y="17992"/>
                    <a:pt x="4780" y="17992"/>
                  </a:cubicBezTo>
                  <a:cubicBezTo>
                    <a:pt x="5683" y="17992"/>
                    <a:pt x="6536" y="18247"/>
                    <a:pt x="7177" y="18888"/>
                  </a:cubicBezTo>
                  <a:cubicBezTo>
                    <a:pt x="8449" y="20160"/>
                    <a:pt x="8253" y="22117"/>
                    <a:pt x="7601" y="23715"/>
                  </a:cubicBezTo>
                  <a:lnTo>
                    <a:pt x="10047" y="26162"/>
                  </a:lnTo>
                  <a:cubicBezTo>
                    <a:pt x="16115" y="22476"/>
                    <a:pt x="23193" y="16702"/>
                    <a:pt x="26227" y="9037"/>
                  </a:cubicBezTo>
                  <a:cubicBezTo>
                    <a:pt x="24106" y="8743"/>
                    <a:pt x="21986" y="7666"/>
                    <a:pt x="20192" y="5872"/>
                  </a:cubicBezTo>
                  <a:cubicBezTo>
                    <a:pt x="18431" y="4144"/>
                    <a:pt x="17387" y="2056"/>
                    <a:pt x="17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7" name="Google Shape;247;p23"/>
          <p:cNvSpPr/>
          <p:nvPr/>
        </p:nvSpPr>
        <p:spPr>
          <a:xfrm>
            <a:off x="4357542" y="2886806"/>
            <a:ext cx="428938" cy="428938"/>
          </a:xfrm>
          <a:custGeom>
            <a:avLst/>
            <a:gdLst/>
            <a:ahLst/>
            <a:cxnLst/>
            <a:rect l="l" t="t" r="r" b="b"/>
            <a:pathLst>
              <a:path w="40939" h="40939" extrusionOk="0">
                <a:moveTo>
                  <a:pt x="30304" y="11246"/>
                </a:moveTo>
                <a:cubicBezTo>
                  <a:pt x="30541" y="11246"/>
                  <a:pt x="30777" y="11336"/>
                  <a:pt x="30957" y="11515"/>
                </a:cubicBezTo>
                <a:lnTo>
                  <a:pt x="32261" y="12820"/>
                </a:lnTo>
                <a:cubicBezTo>
                  <a:pt x="32686" y="13114"/>
                  <a:pt x="32686" y="13701"/>
                  <a:pt x="32294" y="14060"/>
                </a:cubicBezTo>
                <a:lnTo>
                  <a:pt x="17419" y="29522"/>
                </a:lnTo>
                <a:cubicBezTo>
                  <a:pt x="17224" y="29717"/>
                  <a:pt x="17061" y="29783"/>
                  <a:pt x="16767" y="29783"/>
                </a:cubicBezTo>
                <a:cubicBezTo>
                  <a:pt x="16473" y="29783"/>
                  <a:pt x="16212" y="29717"/>
                  <a:pt x="16115" y="29522"/>
                </a:cubicBezTo>
                <a:lnTo>
                  <a:pt x="8840" y="21693"/>
                </a:lnTo>
                <a:lnTo>
                  <a:pt x="8645" y="21497"/>
                </a:lnTo>
                <a:cubicBezTo>
                  <a:pt x="8449" y="21269"/>
                  <a:pt x="8351" y="21040"/>
                  <a:pt x="8351" y="20812"/>
                </a:cubicBezTo>
                <a:cubicBezTo>
                  <a:pt x="8351" y="20616"/>
                  <a:pt x="8449" y="20388"/>
                  <a:pt x="8645" y="20192"/>
                </a:cubicBezTo>
                <a:lnTo>
                  <a:pt x="9949" y="18888"/>
                </a:lnTo>
                <a:cubicBezTo>
                  <a:pt x="10129" y="18692"/>
                  <a:pt x="10365" y="18594"/>
                  <a:pt x="10602" y="18594"/>
                </a:cubicBezTo>
                <a:cubicBezTo>
                  <a:pt x="10838" y="18594"/>
                  <a:pt x="11075" y="18692"/>
                  <a:pt x="11254" y="18888"/>
                </a:cubicBezTo>
                <a:lnTo>
                  <a:pt x="11352" y="18953"/>
                </a:lnTo>
                <a:lnTo>
                  <a:pt x="16441" y="24466"/>
                </a:lnTo>
                <a:cubicBezTo>
                  <a:pt x="16539" y="24563"/>
                  <a:pt x="16653" y="24612"/>
                  <a:pt x="16767" y="24612"/>
                </a:cubicBezTo>
                <a:cubicBezTo>
                  <a:pt x="16881" y="24612"/>
                  <a:pt x="16995" y="24563"/>
                  <a:pt x="17093" y="24466"/>
                </a:cubicBezTo>
                <a:lnTo>
                  <a:pt x="29554" y="11515"/>
                </a:lnTo>
                <a:lnTo>
                  <a:pt x="29652" y="11515"/>
                </a:lnTo>
                <a:cubicBezTo>
                  <a:pt x="29831" y="11336"/>
                  <a:pt x="30068" y="11246"/>
                  <a:pt x="30304" y="11246"/>
                </a:cubicBezTo>
                <a:close/>
                <a:moveTo>
                  <a:pt x="20486" y="1"/>
                </a:moveTo>
                <a:cubicBezTo>
                  <a:pt x="9134" y="1"/>
                  <a:pt x="0" y="9134"/>
                  <a:pt x="0" y="20453"/>
                </a:cubicBezTo>
                <a:cubicBezTo>
                  <a:pt x="0" y="31805"/>
                  <a:pt x="9134" y="40939"/>
                  <a:pt x="20486" y="40939"/>
                </a:cubicBezTo>
                <a:cubicBezTo>
                  <a:pt x="31805" y="40939"/>
                  <a:pt x="40938" y="31805"/>
                  <a:pt x="40938" y="20453"/>
                </a:cubicBezTo>
                <a:cubicBezTo>
                  <a:pt x="40938" y="9134"/>
                  <a:pt x="31870" y="1"/>
                  <a:pt x="204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cxnSp>
        <p:nvCxnSpPr>
          <p:cNvPr id="257" name="Google Shape;257;p23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rgbClr val="48FFD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Отборът ни</a:t>
            </a:r>
            <a:endParaRPr dirty="0"/>
          </a:p>
        </p:txBody>
      </p:sp>
      <p:sp>
        <p:nvSpPr>
          <p:cNvPr id="276" name="Google Shape;276;p25"/>
          <p:cNvSpPr txBox="1">
            <a:spLocks noGrp="1"/>
          </p:cNvSpPr>
          <p:nvPr>
            <p:ph type="subTitle" idx="1"/>
          </p:nvPr>
        </p:nvSpPr>
        <p:spPr>
          <a:xfrm>
            <a:off x="311700" y="3337401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/>
              <a:t>Роля – </a:t>
            </a:r>
            <a:r>
              <a:rPr lang="en-US" b="1" dirty="0"/>
              <a:t>Scrum Trainer</a:t>
            </a:r>
            <a:endParaRPr lang="en-US" dirty="0"/>
          </a:p>
        </p:txBody>
      </p:sp>
      <p:sp>
        <p:nvSpPr>
          <p:cNvPr id="277" name="Google Shape;277;p25"/>
          <p:cNvSpPr txBox="1">
            <a:spLocks noGrp="1"/>
          </p:cNvSpPr>
          <p:nvPr>
            <p:ph type="subTitle" idx="2"/>
          </p:nvPr>
        </p:nvSpPr>
        <p:spPr>
          <a:xfrm>
            <a:off x="4434480" y="3337401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/>
              <a:t>Роля - </a:t>
            </a:r>
            <a:r>
              <a:rPr lang="en-US" b="1" dirty="0"/>
              <a:t>Developer</a:t>
            </a:r>
            <a:endParaRPr lang="en-US" b="1"/>
          </a:p>
        </p:txBody>
      </p:sp>
      <p:sp>
        <p:nvSpPr>
          <p:cNvPr id="278" name="Google Shape;278;p25"/>
          <p:cNvSpPr txBox="1">
            <a:spLocks noGrp="1"/>
          </p:cNvSpPr>
          <p:nvPr>
            <p:ph type="subTitle" idx="3"/>
          </p:nvPr>
        </p:nvSpPr>
        <p:spPr>
          <a:xfrm>
            <a:off x="2315403" y="3337401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/>
              <a:t>Роля - </a:t>
            </a:r>
            <a:r>
              <a:rPr lang="en-US" b="1" dirty="0"/>
              <a:t>Developer</a:t>
            </a:r>
            <a:endParaRPr lang="en-US" b="1"/>
          </a:p>
        </p:txBody>
      </p:sp>
      <p:sp>
        <p:nvSpPr>
          <p:cNvPr id="279" name="Google Shape;279;p25"/>
          <p:cNvSpPr txBox="1">
            <a:spLocks noGrp="1"/>
          </p:cNvSpPr>
          <p:nvPr>
            <p:ph type="ctrTitle"/>
          </p:nvPr>
        </p:nvSpPr>
        <p:spPr>
          <a:xfrm>
            <a:off x="178850" y="2924300"/>
            <a:ext cx="2102789" cy="4105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bg-BG" sz="1050" b="1" dirty="0"/>
              <a:t>Теодор Деспотов – 9В клас</a:t>
            </a:r>
            <a:endParaRPr sz="1050" b="1" dirty="0"/>
          </a:p>
        </p:txBody>
      </p:sp>
      <p:sp>
        <p:nvSpPr>
          <p:cNvPr id="280" name="Google Shape;280;p25"/>
          <p:cNvSpPr txBox="1">
            <a:spLocks noGrp="1"/>
          </p:cNvSpPr>
          <p:nvPr>
            <p:ph type="ctrTitle" idx="4"/>
          </p:nvPr>
        </p:nvSpPr>
        <p:spPr>
          <a:xfrm>
            <a:off x="4341180" y="2982105"/>
            <a:ext cx="2076000" cy="3480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bg-BG" sz="1050" b="1" dirty="0"/>
              <a:t>Калоян Бойчев - 9Б клас</a:t>
            </a:r>
            <a:endParaRPr lang="en-US" sz="1050" b="1"/>
          </a:p>
        </p:txBody>
      </p:sp>
      <p:sp>
        <p:nvSpPr>
          <p:cNvPr id="281" name="Google Shape;281;p25"/>
          <p:cNvSpPr txBox="1">
            <a:spLocks noGrp="1"/>
          </p:cNvSpPr>
          <p:nvPr>
            <p:ph type="ctrTitle" idx="5"/>
          </p:nvPr>
        </p:nvSpPr>
        <p:spPr>
          <a:xfrm>
            <a:off x="2195314" y="2985546"/>
            <a:ext cx="2147437" cy="3445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bg-BG" sz="1050" b="1" dirty="0"/>
              <a:t>Валери Тенев - 9Б клас</a:t>
            </a:r>
          </a:p>
        </p:txBody>
      </p:sp>
      <p:cxnSp>
        <p:nvCxnSpPr>
          <p:cNvPr id="291" name="Google Shape;29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277;p25">
            <a:extLst>
              <a:ext uri="{FF2B5EF4-FFF2-40B4-BE49-F238E27FC236}">
                <a16:creationId xmlns:a16="http://schemas.microsoft.com/office/drawing/2014/main" id="{E4E5E843-C5F1-B857-8361-B28C01DBE1BE}"/>
              </a:ext>
            </a:extLst>
          </p:cNvPr>
          <p:cNvSpPr txBox="1">
            <a:spLocks/>
          </p:cNvSpPr>
          <p:nvPr/>
        </p:nvSpPr>
        <p:spPr>
          <a:xfrm>
            <a:off x="6649175" y="3410182"/>
            <a:ext cx="557911" cy="14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indent="0"/>
            <a:endParaRPr lang="en-US" dirty="0"/>
          </a:p>
        </p:txBody>
      </p:sp>
      <p:sp>
        <p:nvSpPr>
          <p:cNvPr id="8" name="Google Shape;280;p25">
            <a:extLst>
              <a:ext uri="{FF2B5EF4-FFF2-40B4-BE49-F238E27FC236}">
                <a16:creationId xmlns:a16="http://schemas.microsoft.com/office/drawing/2014/main" id="{9A4A27A3-A503-4CEA-CBD9-B1094E74D8E4}"/>
              </a:ext>
            </a:extLst>
          </p:cNvPr>
          <p:cNvSpPr txBox="1">
            <a:spLocks/>
          </p:cNvSpPr>
          <p:nvPr/>
        </p:nvSpPr>
        <p:spPr>
          <a:xfrm>
            <a:off x="6585717" y="2983331"/>
            <a:ext cx="2076000" cy="348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bg-BG" sz="1050" b="1" dirty="0"/>
              <a:t>Любомир Илиев– 9В клас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840B108-B541-A955-5AA8-8EC6BBC4A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936" y="1576309"/>
            <a:ext cx="1095563" cy="110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77;p25">
            <a:extLst>
              <a:ext uri="{FF2B5EF4-FFF2-40B4-BE49-F238E27FC236}">
                <a16:creationId xmlns:a16="http://schemas.microsoft.com/office/drawing/2014/main" id="{1BB1685D-FAC1-0DDB-767F-71385216D3D3}"/>
              </a:ext>
            </a:extLst>
          </p:cNvPr>
          <p:cNvSpPr txBox="1">
            <a:spLocks/>
          </p:cNvSpPr>
          <p:nvPr/>
        </p:nvSpPr>
        <p:spPr>
          <a:xfrm>
            <a:off x="6679017" y="3337401"/>
            <a:ext cx="18894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Light"/>
              <a:buNone/>
              <a:defRPr sz="11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indent="0"/>
            <a:r>
              <a:rPr lang="bg-BG" b="1" dirty="0"/>
              <a:t>Роля -</a:t>
            </a:r>
            <a:r>
              <a:rPr lang="en-US" b="1" dirty="0"/>
              <a:t> Designer</a:t>
            </a:r>
          </a:p>
        </p:txBody>
      </p:sp>
      <p:pic>
        <p:nvPicPr>
          <p:cNvPr id="2" name="Picture 1" descr="A person in a blue shirt&#10;&#10;AI-generated content may be incorrect.">
            <a:extLst>
              <a:ext uri="{FF2B5EF4-FFF2-40B4-BE49-F238E27FC236}">
                <a16:creationId xmlns:a16="http://schemas.microsoft.com/office/drawing/2014/main" id="{93DB985B-0962-AD55-6AD9-F80F1B063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08" y="1578769"/>
            <a:ext cx="1101922" cy="1101922"/>
          </a:xfrm>
          <a:prstGeom prst="rect">
            <a:avLst/>
          </a:prstGeom>
        </p:spPr>
      </p:pic>
      <p:pic>
        <p:nvPicPr>
          <p:cNvPr id="3" name="Picture 2" descr="A child in a white shirt&#10;&#10;AI-generated content may be incorrect.">
            <a:extLst>
              <a:ext uri="{FF2B5EF4-FFF2-40B4-BE49-F238E27FC236}">
                <a16:creationId xmlns:a16="http://schemas.microsoft.com/office/drawing/2014/main" id="{6989C5DE-5721-9864-2D99-08A2E8EE2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2839" y="1578769"/>
            <a:ext cx="1101923" cy="1101923"/>
          </a:xfrm>
          <a:prstGeom prst="rect">
            <a:avLst/>
          </a:prstGeom>
        </p:spPr>
      </p:pic>
      <p:pic>
        <p:nvPicPr>
          <p:cNvPr id="4" name="Picture 3" descr="A child wearing a blue shirt&#10;&#10;AI-generated content may be incorrect.">
            <a:extLst>
              <a:ext uri="{FF2B5EF4-FFF2-40B4-BE49-F238E27FC236}">
                <a16:creationId xmlns:a16="http://schemas.microsoft.com/office/drawing/2014/main" id="{52F3B8F6-8A0D-9B8B-CF34-E9644A7292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175" y="1578769"/>
            <a:ext cx="1101923" cy="11019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000" dirty="0"/>
              <a:t>Идеята ни</a:t>
            </a:r>
            <a:endParaRPr sz="3000" dirty="0"/>
          </a:p>
        </p:txBody>
      </p:sp>
      <p:sp>
        <p:nvSpPr>
          <p:cNvPr id="263" name="Google Shape;263;p24"/>
          <p:cNvSpPr txBox="1">
            <a:spLocks noGrp="1"/>
          </p:cNvSpPr>
          <p:nvPr>
            <p:ph type="subTitle" idx="1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Нашата идея е да създадем игра, с която хората могат да си обогатят речника си и да познават думи. </a:t>
            </a:r>
            <a:endParaRPr dirty="0"/>
          </a:p>
        </p:txBody>
      </p:sp>
      <p:cxnSp>
        <p:nvCxnSpPr>
          <p:cNvPr id="264" name="Google Shape;264;p24"/>
          <p:cNvCxnSpPr/>
          <p:nvPr/>
        </p:nvCxnSpPr>
        <p:spPr>
          <a:xfrm>
            <a:off x="4969825" y="2283850"/>
            <a:ext cx="44484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B9F10BA-5C96-4759-6A74-5965576BB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4972" y="1206281"/>
            <a:ext cx="3070267" cy="3077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0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Етапи на планиране</a:t>
            </a:r>
            <a:endParaRPr dirty="0"/>
          </a:p>
        </p:txBody>
      </p:sp>
      <p:cxnSp>
        <p:nvCxnSpPr>
          <p:cNvPr id="600" name="Google Shape;600;p30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2584F9C8-2037-B311-CF42-E902E04CB28D}"/>
              </a:ext>
            </a:extLst>
          </p:cNvPr>
          <p:cNvSpPr/>
          <p:nvPr/>
        </p:nvSpPr>
        <p:spPr>
          <a:xfrm>
            <a:off x="739588" y="2507875"/>
            <a:ext cx="1936378" cy="73286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>
                <a:solidFill>
                  <a:schemeClr val="tx1"/>
                </a:solidFill>
              </a:rPr>
              <a:t>Направяне на отбор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C71EEA82-6BB4-6F32-E0EF-428DA438224A}"/>
              </a:ext>
            </a:extLst>
          </p:cNvPr>
          <p:cNvSpPr/>
          <p:nvPr/>
        </p:nvSpPr>
        <p:spPr>
          <a:xfrm>
            <a:off x="2754405" y="2507875"/>
            <a:ext cx="1936378" cy="73286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>
                <a:solidFill>
                  <a:schemeClr val="tx1"/>
                </a:solidFill>
              </a:rPr>
              <a:t>Измисляне на идеята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4EE92A3F-FC01-C47D-1A26-2EEB8EC70B7A}"/>
              </a:ext>
            </a:extLst>
          </p:cNvPr>
          <p:cNvSpPr/>
          <p:nvPr/>
        </p:nvSpPr>
        <p:spPr>
          <a:xfrm>
            <a:off x="4769222" y="2507875"/>
            <a:ext cx="1936378" cy="73286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>
                <a:solidFill>
                  <a:schemeClr val="tx1"/>
                </a:solidFill>
              </a:rPr>
              <a:t>Изготвяне на проекта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7CF3704F-D8E6-02F0-8FC5-5CDF85E38A86}"/>
              </a:ext>
            </a:extLst>
          </p:cNvPr>
          <p:cNvSpPr/>
          <p:nvPr/>
        </p:nvSpPr>
        <p:spPr>
          <a:xfrm>
            <a:off x="6822139" y="2507875"/>
            <a:ext cx="2140325" cy="73286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>
                <a:solidFill>
                  <a:schemeClr val="tx1"/>
                </a:solidFill>
              </a:rPr>
              <a:t>Презентиране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/>
          <p:nvPr/>
        </p:nvSpPr>
        <p:spPr>
          <a:xfrm rot="-3173578">
            <a:off x="2948502" y="636938"/>
            <a:ext cx="755592" cy="874209"/>
          </a:xfrm>
          <a:custGeom>
            <a:avLst/>
            <a:gdLst/>
            <a:ahLst/>
            <a:cxnLst/>
            <a:rect l="l" t="t" r="r" b="b"/>
            <a:pathLst>
              <a:path w="23601" h="27306" fill="none" extrusionOk="0">
                <a:moveTo>
                  <a:pt x="7583" y="1747"/>
                </a:moveTo>
                <a:cubicBezTo>
                  <a:pt x="16316" y="0"/>
                  <a:pt x="23600" y="8392"/>
                  <a:pt x="20704" y="16784"/>
                </a:cubicBezTo>
                <a:cubicBezTo>
                  <a:pt x="17807" y="25218"/>
                  <a:pt x="6859" y="27306"/>
                  <a:pt x="1108" y="20533"/>
                </a:cubicBezTo>
                <a:cubicBezTo>
                  <a:pt x="682" y="20064"/>
                  <a:pt x="299" y="19553"/>
                  <a:pt x="1" y="18999"/>
                </a:cubicBezTo>
              </a:path>
            </a:pathLst>
          </a:custGeom>
          <a:solidFill>
            <a:schemeClr val="accent1"/>
          </a:solidFill>
          <a:ln w="13850" cap="rnd" cmpd="sng">
            <a:solidFill>
              <a:schemeClr val="accent1"/>
            </a:solidFill>
            <a:prstDash val="solid"/>
            <a:miter lim="4259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78" name="Google Shape;378;p27"/>
          <p:cNvSpPr/>
          <p:nvPr/>
        </p:nvSpPr>
        <p:spPr>
          <a:xfrm>
            <a:off x="5784719" y="3707004"/>
            <a:ext cx="1373867" cy="1113719"/>
          </a:xfrm>
          <a:custGeom>
            <a:avLst/>
            <a:gdLst/>
            <a:ahLst/>
            <a:cxnLst/>
            <a:rect l="l" t="t" r="r" b="b"/>
            <a:pathLst>
              <a:path w="25645" h="20789" fill="none" extrusionOk="0">
                <a:moveTo>
                  <a:pt x="23472" y="5709"/>
                </a:moveTo>
                <a:cubicBezTo>
                  <a:pt x="25645" y="13547"/>
                  <a:pt x="18488" y="20789"/>
                  <a:pt x="10608" y="18744"/>
                </a:cubicBezTo>
                <a:cubicBezTo>
                  <a:pt x="2684" y="16657"/>
                  <a:pt x="1" y="6859"/>
                  <a:pt x="5752" y="1066"/>
                </a:cubicBezTo>
                <a:cubicBezTo>
                  <a:pt x="6092" y="683"/>
                  <a:pt x="6518" y="299"/>
                  <a:pt x="6944" y="1"/>
                </a:cubicBezTo>
              </a:path>
            </a:pathLst>
          </a:custGeom>
          <a:solidFill>
            <a:schemeClr val="accent1"/>
          </a:solidFill>
          <a:ln w="13850" cap="rnd" cmpd="sng">
            <a:solidFill>
              <a:schemeClr val="accent1"/>
            </a:solidFill>
            <a:prstDash val="solid"/>
            <a:miter lim="4259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7"/>
          <p:cNvSpPr/>
          <p:nvPr/>
        </p:nvSpPr>
        <p:spPr>
          <a:xfrm>
            <a:off x="-2" y="2933780"/>
            <a:ext cx="2563026" cy="2560152"/>
          </a:xfrm>
          <a:custGeom>
            <a:avLst/>
            <a:gdLst/>
            <a:ahLst/>
            <a:cxnLst/>
            <a:rect l="l" t="t" r="r" b="b"/>
            <a:pathLst>
              <a:path w="39235" h="39191" fill="none" extrusionOk="0">
                <a:moveTo>
                  <a:pt x="37487" y="27817"/>
                </a:moveTo>
                <a:lnTo>
                  <a:pt x="39234" y="20661"/>
                </a:lnTo>
                <a:lnTo>
                  <a:pt x="34719" y="19511"/>
                </a:lnTo>
                <a:cubicBezTo>
                  <a:pt x="34676" y="18062"/>
                  <a:pt x="34420" y="16614"/>
                  <a:pt x="33952" y="15251"/>
                </a:cubicBezTo>
                <a:lnTo>
                  <a:pt x="38041" y="12780"/>
                </a:lnTo>
                <a:lnTo>
                  <a:pt x="34250" y="6475"/>
                </a:lnTo>
                <a:lnTo>
                  <a:pt x="30075" y="8989"/>
                </a:lnTo>
                <a:cubicBezTo>
                  <a:pt x="29053" y="8009"/>
                  <a:pt x="27903" y="7157"/>
                  <a:pt x="26668" y="6475"/>
                </a:cubicBezTo>
                <a:lnTo>
                  <a:pt x="27860" y="1747"/>
                </a:lnTo>
                <a:lnTo>
                  <a:pt x="20704" y="1"/>
                </a:lnTo>
                <a:lnTo>
                  <a:pt x="19554" y="4601"/>
                </a:lnTo>
                <a:cubicBezTo>
                  <a:pt x="18105" y="4601"/>
                  <a:pt x="16657" y="4772"/>
                  <a:pt x="15294" y="5155"/>
                </a:cubicBezTo>
                <a:lnTo>
                  <a:pt x="12866" y="1108"/>
                </a:lnTo>
                <a:lnTo>
                  <a:pt x="6518" y="4942"/>
                </a:lnTo>
                <a:lnTo>
                  <a:pt x="8819" y="8776"/>
                </a:lnTo>
                <a:cubicBezTo>
                  <a:pt x="7711" y="9841"/>
                  <a:pt x="6774" y="11033"/>
                  <a:pt x="6007" y="12354"/>
                </a:cubicBezTo>
                <a:lnTo>
                  <a:pt x="1790" y="11289"/>
                </a:lnTo>
                <a:lnTo>
                  <a:pt x="1" y="18531"/>
                </a:lnTo>
                <a:lnTo>
                  <a:pt x="3963" y="19511"/>
                </a:lnTo>
                <a:cubicBezTo>
                  <a:pt x="3920" y="21129"/>
                  <a:pt x="4133" y="22748"/>
                  <a:pt x="4602" y="24282"/>
                </a:cubicBezTo>
                <a:lnTo>
                  <a:pt x="1194" y="26326"/>
                </a:lnTo>
                <a:lnTo>
                  <a:pt x="4985" y="32673"/>
                </a:lnTo>
                <a:lnTo>
                  <a:pt x="8308" y="30671"/>
                </a:lnTo>
                <a:cubicBezTo>
                  <a:pt x="9458" y="31907"/>
                  <a:pt x="10821" y="32886"/>
                  <a:pt x="12312" y="33653"/>
                </a:cubicBezTo>
                <a:lnTo>
                  <a:pt x="11375" y="37402"/>
                </a:lnTo>
                <a:lnTo>
                  <a:pt x="18574" y="39191"/>
                </a:lnTo>
                <a:lnTo>
                  <a:pt x="19511" y="35357"/>
                </a:lnTo>
                <a:cubicBezTo>
                  <a:pt x="21130" y="35357"/>
                  <a:pt x="22748" y="35059"/>
                  <a:pt x="24325" y="34548"/>
                </a:cubicBezTo>
                <a:lnTo>
                  <a:pt x="26412" y="37998"/>
                </a:lnTo>
                <a:lnTo>
                  <a:pt x="32716" y="34164"/>
                </a:lnTo>
                <a:lnTo>
                  <a:pt x="30544" y="30543"/>
                </a:lnTo>
                <a:cubicBezTo>
                  <a:pt x="31609" y="29393"/>
                  <a:pt x="32503" y="28115"/>
                  <a:pt x="33185" y="26710"/>
                </a:cubicBezTo>
                <a:close/>
                <a:moveTo>
                  <a:pt x="26242" y="23430"/>
                </a:moveTo>
                <a:cubicBezTo>
                  <a:pt x="25986" y="23898"/>
                  <a:pt x="25688" y="24367"/>
                  <a:pt x="25347" y="24793"/>
                </a:cubicBezTo>
                <a:cubicBezTo>
                  <a:pt x="22961" y="27902"/>
                  <a:pt x="18574" y="28627"/>
                  <a:pt x="15294" y="26497"/>
                </a:cubicBezTo>
                <a:cubicBezTo>
                  <a:pt x="14953" y="26284"/>
                  <a:pt x="14612" y="26028"/>
                  <a:pt x="14271" y="25730"/>
                </a:cubicBezTo>
                <a:cubicBezTo>
                  <a:pt x="12993" y="24622"/>
                  <a:pt x="12141" y="23131"/>
                  <a:pt x="11843" y="21470"/>
                </a:cubicBezTo>
                <a:cubicBezTo>
                  <a:pt x="11715" y="21001"/>
                  <a:pt x="11673" y="20490"/>
                  <a:pt x="11673" y="20022"/>
                </a:cubicBezTo>
                <a:cubicBezTo>
                  <a:pt x="11673" y="19383"/>
                  <a:pt x="11758" y="18744"/>
                  <a:pt x="11886" y="18147"/>
                </a:cubicBezTo>
                <a:cubicBezTo>
                  <a:pt x="13036" y="13249"/>
                  <a:pt x="18574" y="10778"/>
                  <a:pt x="23004" y="13249"/>
                </a:cubicBezTo>
                <a:cubicBezTo>
                  <a:pt x="23600" y="13589"/>
                  <a:pt x="24197" y="14015"/>
                  <a:pt x="24708" y="14484"/>
                </a:cubicBezTo>
                <a:cubicBezTo>
                  <a:pt x="26625" y="16401"/>
                  <a:pt x="27434" y="19212"/>
                  <a:pt x="26838" y="21853"/>
                </a:cubicBezTo>
                <a:cubicBezTo>
                  <a:pt x="26710" y="22407"/>
                  <a:pt x="26497" y="22918"/>
                  <a:pt x="26242" y="23430"/>
                </a:cubicBezTo>
                <a:close/>
              </a:path>
            </a:pathLst>
          </a:custGeom>
          <a:solidFill>
            <a:schemeClr val="accent1"/>
          </a:solidFill>
          <a:ln w="26625" cap="flat" cmpd="sng">
            <a:solidFill>
              <a:srgbClr val="1EFFC1"/>
            </a:solidFill>
            <a:prstDash val="solid"/>
            <a:miter lim="4259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0" name="Google Shape;380;p27"/>
          <p:cNvSpPr/>
          <p:nvPr/>
        </p:nvSpPr>
        <p:spPr>
          <a:xfrm>
            <a:off x="6101912" y="3732129"/>
            <a:ext cx="837606" cy="839856"/>
          </a:xfrm>
          <a:custGeom>
            <a:avLst/>
            <a:gdLst/>
            <a:ahLst/>
            <a:cxnLst/>
            <a:rect l="l" t="t" r="r" b="b"/>
            <a:pathLst>
              <a:path w="15635" h="15677" extrusionOk="0">
                <a:moveTo>
                  <a:pt x="7626" y="4942"/>
                </a:moveTo>
                <a:cubicBezTo>
                  <a:pt x="7882" y="4942"/>
                  <a:pt x="8137" y="4942"/>
                  <a:pt x="8393" y="5027"/>
                </a:cubicBezTo>
                <a:cubicBezTo>
                  <a:pt x="8648" y="5070"/>
                  <a:pt x="8861" y="5155"/>
                  <a:pt x="9032" y="5240"/>
                </a:cubicBezTo>
                <a:cubicBezTo>
                  <a:pt x="9287" y="5368"/>
                  <a:pt x="9500" y="5496"/>
                  <a:pt x="9671" y="5666"/>
                </a:cubicBezTo>
                <a:cubicBezTo>
                  <a:pt x="9884" y="5879"/>
                  <a:pt x="10097" y="6092"/>
                  <a:pt x="10225" y="6305"/>
                </a:cubicBezTo>
                <a:cubicBezTo>
                  <a:pt x="10523" y="6731"/>
                  <a:pt x="10693" y="7157"/>
                  <a:pt x="10736" y="7668"/>
                </a:cubicBezTo>
                <a:cubicBezTo>
                  <a:pt x="10778" y="7924"/>
                  <a:pt x="10778" y="8179"/>
                  <a:pt x="10736" y="8478"/>
                </a:cubicBezTo>
                <a:cubicBezTo>
                  <a:pt x="10693" y="8776"/>
                  <a:pt x="10608" y="9074"/>
                  <a:pt x="10480" y="9372"/>
                </a:cubicBezTo>
                <a:cubicBezTo>
                  <a:pt x="10352" y="9585"/>
                  <a:pt x="10225" y="9756"/>
                  <a:pt x="10097" y="9926"/>
                </a:cubicBezTo>
                <a:cubicBezTo>
                  <a:pt x="9926" y="10096"/>
                  <a:pt x="9799" y="10267"/>
                  <a:pt x="9628" y="10394"/>
                </a:cubicBezTo>
                <a:cubicBezTo>
                  <a:pt x="9117" y="10820"/>
                  <a:pt x="8521" y="11033"/>
                  <a:pt x="7882" y="11076"/>
                </a:cubicBezTo>
                <a:lnTo>
                  <a:pt x="7370" y="11076"/>
                </a:lnTo>
                <a:cubicBezTo>
                  <a:pt x="6689" y="11033"/>
                  <a:pt x="6007" y="10735"/>
                  <a:pt x="5539" y="10224"/>
                </a:cubicBezTo>
                <a:cubicBezTo>
                  <a:pt x="5411" y="10096"/>
                  <a:pt x="5326" y="9969"/>
                  <a:pt x="5198" y="9841"/>
                </a:cubicBezTo>
                <a:cubicBezTo>
                  <a:pt x="4815" y="9287"/>
                  <a:pt x="4602" y="8605"/>
                  <a:pt x="4602" y="7924"/>
                </a:cubicBezTo>
                <a:cubicBezTo>
                  <a:pt x="4602" y="7753"/>
                  <a:pt x="4644" y="7540"/>
                  <a:pt x="4687" y="7370"/>
                </a:cubicBezTo>
                <a:cubicBezTo>
                  <a:pt x="4729" y="7114"/>
                  <a:pt x="4815" y="6901"/>
                  <a:pt x="4942" y="6646"/>
                </a:cubicBezTo>
                <a:cubicBezTo>
                  <a:pt x="5070" y="6348"/>
                  <a:pt x="5283" y="6049"/>
                  <a:pt x="5581" y="5794"/>
                </a:cubicBezTo>
                <a:cubicBezTo>
                  <a:pt x="5709" y="5623"/>
                  <a:pt x="5880" y="5496"/>
                  <a:pt x="6093" y="5368"/>
                </a:cubicBezTo>
                <a:cubicBezTo>
                  <a:pt x="6561" y="5112"/>
                  <a:pt x="7072" y="4942"/>
                  <a:pt x="7626" y="4942"/>
                </a:cubicBezTo>
                <a:close/>
                <a:moveTo>
                  <a:pt x="6731" y="1"/>
                </a:moveTo>
                <a:lnTo>
                  <a:pt x="3920" y="938"/>
                </a:lnTo>
                <a:lnTo>
                  <a:pt x="4474" y="2684"/>
                </a:lnTo>
                <a:cubicBezTo>
                  <a:pt x="3963" y="2982"/>
                  <a:pt x="3494" y="3366"/>
                  <a:pt x="3068" y="3834"/>
                </a:cubicBezTo>
                <a:lnTo>
                  <a:pt x="1534" y="3068"/>
                </a:lnTo>
                <a:lnTo>
                  <a:pt x="214" y="5709"/>
                </a:lnTo>
                <a:lnTo>
                  <a:pt x="1662" y="6433"/>
                </a:lnTo>
                <a:cubicBezTo>
                  <a:pt x="1534" y="7072"/>
                  <a:pt x="1449" y="7753"/>
                  <a:pt x="1492" y="8392"/>
                </a:cubicBezTo>
                <a:lnTo>
                  <a:pt x="1" y="8904"/>
                </a:lnTo>
                <a:lnTo>
                  <a:pt x="938" y="11758"/>
                </a:lnTo>
                <a:lnTo>
                  <a:pt x="2429" y="11246"/>
                </a:lnTo>
                <a:cubicBezTo>
                  <a:pt x="2770" y="11800"/>
                  <a:pt x="3196" y="12311"/>
                  <a:pt x="3750" y="12737"/>
                </a:cubicBezTo>
                <a:lnTo>
                  <a:pt x="3068" y="14143"/>
                </a:lnTo>
                <a:lnTo>
                  <a:pt x="5709" y="15464"/>
                </a:lnTo>
                <a:lnTo>
                  <a:pt x="6433" y="14015"/>
                </a:lnTo>
                <a:cubicBezTo>
                  <a:pt x="6859" y="14129"/>
                  <a:pt x="7285" y="14167"/>
                  <a:pt x="7724" y="14167"/>
                </a:cubicBezTo>
                <a:cubicBezTo>
                  <a:pt x="7943" y="14167"/>
                  <a:pt x="8166" y="14157"/>
                  <a:pt x="8393" y="14143"/>
                </a:cubicBezTo>
                <a:lnTo>
                  <a:pt x="8904" y="15677"/>
                </a:lnTo>
                <a:lnTo>
                  <a:pt x="11715" y="14697"/>
                </a:lnTo>
                <a:lnTo>
                  <a:pt x="11204" y="13121"/>
                </a:lnTo>
                <a:cubicBezTo>
                  <a:pt x="11715" y="12737"/>
                  <a:pt x="12184" y="12311"/>
                  <a:pt x="12567" y="11843"/>
                </a:cubicBezTo>
                <a:lnTo>
                  <a:pt x="14101" y="12610"/>
                </a:lnTo>
                <a:lnTo>
                  <a:pt x="15422" y="9926"/>
                </a:lnTo>
                <a:lnTo>
                  <a:pt x="13760" y="9117"/>
                </a:lnTo>
                <a:cubicBezTo>
                  <a:pt x="13845" y="8520"/>
                  <a:pt x="13888" y="7966"/>
                  <a:pt x="13845" y="7370"/>
                </a:cubicBezTo>
                <a:lnTo>
                  <a:pt x="15635" y="6774"/>
                </a:lnTo>
                <a:lnTo>
                  <a:pt x="14697" y="3920"/>
                </a:lnTo>
                <a:lnTo>
                  <a:pt x="12866" y="4559"/>
                </a:lnTo>
                <a:cubicBezTo>
                  <a:pt x="12525" y="4090"/>
                  <a:pt x="12141" y="3664"/>
                  <a:pt x="11715" y="3323"/>
                </a:cubicBezTo>
                <a:lnTo>
                  <a:pt x="12610" y="1534"/>
                </a:lnTo>
                <a:lnTo>
                  <a:pt x="9926" y="214"/>
                </a:lnTo>
                <a:lnTo>
                  <a:pt x="9074" y="1960"/>
                </a:lnTo>
                <a:cubicBezTo>
                  <a:pt x="8521" y="1832"/>
                  <a:pt x="7924" y="1790"/>
                  <a:pt x="7370" y="1790"/>
                </a:cubicBezTo>
                <a:lnTo>
                  <a:pt x="673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7"/>
          <p:cNvSpPr/>
          <p:nvPr/>
        </p:nvSpPr>
        <p:spPr>
          <a:xfrm rot="-3173578">
            <a:off x="3032075" y="862878"/>
            <a:ext cx="501903" cy="500527"/>
          </a:xfrm>
          <a:custGeom>
            <a:avLst/>
            <a:gdLst/>
            <a:ahLst/>
            <a:cxnLst/>
            <a:rect l="l" t="t" r="r" b="b"/>
            <a:pathLst>
              <a:path w="15677" h="15634" extrusionOk="0">
                <a:moveTo>
                  <a:pt x="7625" y="4899"/>
                </a:moveTo>
                <a:cubicBezTo>
                  <a:pt x="7924" y="4899"/>
                  <a:pt x="8179" y="4942"/>
                  <a:pt x="8435" y="4984"/>
                </a:cubicBezTo>
                <a:cubicBezTo>
                  <a:pt x="8648" y="5070"/>
                  <a:pt x="8861" y="5112"/>
                  <a:pt x="9074" y="5240"/>
                </a:cubicBezTo>
                <a:cubicBezTo>
                  <a:pt x="9287" y="5325"/>
                  <a:pt x="9500" y="5496"/>
                  <a:pt x="9713" y="5666"/>
                </a:cubicBezTo>
                <a:cubicBezTo>
                  <a:pt x="10309" y="6177"/>
                  <a:pt x="10650" y="6859"/>
                  <a:pt x="10778" y="7625"/>
                </a:cubicBezTo>
                <a:cubicBezTo>
                  <a:pt x="10778" y="7881"/>
                  <a:pt x="10778" y="8179"/>
                  <a:pt x="10778" y="8435"/>
                </a:cubicBezTo>
                <a:cubicBezTo>
                  <a:pt x="10735" y="8776"/>
                  <a:pt x="10650" y="9074"/>
                  <a:pt x="10480" y="9372"/>
                </a:cubicBezTo>
                <a:cubicBezTo>
                  <a:pt x="10394" y="9542"/>
                  <a:pt x="10267" y="9713"/>
                  <a:pt x="10139" y="9883"/>
                </a:cubicBezTo>
                <a:lnTo>
                  <a:pt x="10096" y="9926"/>
                </a:lnTo>
                <a:cubicBezTo>
                  <a:pt x="9968" y="10096"/>
                  <a:pt x="9798" y="10224"/>
                  <a:pt x="9628" y="10394"/>
                </a:cubicBezTo>
                <a:cubicBezTo>
                  <a:pt x="9159" y="10778"/>
                  <a:pt x="8520" y="11033"/>
                  <a:pt x="7924" y="11076"/>
                </a:cubicBezTo>
                <a:lnTo>
                  <a:pt x="7370" y="11076"/>
                </a:lnTo>
                <a:cubicBezTo>
                  <a:pt x="7029" y="11033"/>
                  <a:pt x="6688" y="10906"/>
                  <a:pt x="6348" y="10778"/>
                </a:cubicBezTo>
                <a:cubicBezTo>
                  <a:pt x="6049" y="10607"/>
                  <a:pt x="5794" y="10437"/>
                  <a:pt x="5581" y="10181"/>
                </a:cubicBezTo>
                <a:cubicBezTo>
                  <a:pt x="5453" y="10096"/>
                  <a:pt x="5325" y="9968"/>
                  <a:pt x="5240" y="9798"/>
                </a:cubicBezTo>
                <a:cubicBezTo>
                  <a:pt x="4814" y="9287"/>
                  <a:pt x="4601" y="8605"/>
                  <a:pt x="4644" y="7924"/>
                </a:cubicBezTo>
                <a:cubicBezTo>
                  <a:pt x="4644" y="7711"/>
                  <a:pt x="4644" y="7540"/>
                  <a:pt x="4686" y="7370"/>
                </a:cubicBezTo>
                <a:cubicBezTo>
                  <a:pt x="4771" y="7114"/>
                  <a:pt x="4857" y="6859"/>
                  <a:pt x="4942" y="6646"/>
                </a:cubicBezTo>
                <a:cubicBezTo>
                  <a:pt x="5112" y="6305"/>
                  <a:pt x="5325" y="6007"/>
                  <a:pt x="5581" y="5751"/>
                </a:cubicBezTo>
                <a:cubicBezTo>
                  <a:pt x="5751" y="5623"/>
                  <a:pt x="5922" y="5453"/>
                  <a:pt x="6135" y="5325"/>
                </a:cubicBezTo>
                <a:cubicBezTo>
                  <a:pt x="6560" y="5070"/>
                  <a:pt x="7114" y="4942"/>
                  <a:pt x="7625" y="4899"/>
                </a:cubicBezTo>
                <a:close/>
                <a:moveTo>
                  <a:pt x="6731" y="0"/>
                </a:moveTo>
                <a:lnTo>
                  <a:pt x="3919" y="938"/>
                </a:lnTo>
                <a:lnTo>
                  <a:pt x="4516" y="2641"/>
                </a:lnTo>
                <a:cubicBezTo>
                  <a:pt x="4005" y="2982"/>
                  <a:pt x="3493" y="3366"/>
                  <a:pt x="3110" y="3834"/>
                </a:cubicBezTo>
                <a:lnTo>
                  <a:pt x="1534" y="3067"/>
                </a:lnTo>
                <a:lnTo>
                  <a:pt x="213" y="5709"/>
                </a:lnTo>
                <a:lnTo>
                  <a:pt x="1704" y="6433"/>
                </a:lnTo>
                <a:cubicBezTo>
                  <a:pt x="1534" y="7072"/>
                  <a:pt x="1491" y="7711"/>
                  <a:pt x="1534" y="8392"/>
                </a:cubicBezTo>
                <a:lnTo>
                  <a:pt x="0" y="8903"/>
                </a:lnTo>
                <a:lnTo>
                  <a:pt x="980" y="11715"/>
                </a:lnTo>
                <a:lnTo>
                  <a:pt x="2428" y="11246"/>
                </a:lnTo>
                <a:cubicBezTo>
                  <a:pt x="2769" y="11800"/>
                  <a:pt x="3238" y="12311"/>
                  <a:pt x="3749" y="12737"/>
                </a:cubicBezTo>
                <a:lnTo>
                  <a:pt x="3067" y="14100"/>
                </a:lnTo>
                <a:lnTo>
                  <a:pt x="5709" y="15421"/>
                </a:lnTo>
                <a:lnTo>
                  <a:pt x="6433" y="14015"/>
                </a:lnTo>
                <a:cubicBezTo>
                  <a:pt x="6845" y="14098"/>
                  <a:pt x="7258" y="14145"/>
                  <a:pt x="7682" y="14145"/>
                </a:cubicBezTo>
                <a:cubicBezTo>
                  <a:pt x="7915" y="14145"/>
                  <a:pt x="8151" y="14131"/>
                  <a:pt x="8392" y="14100"/>
                </a:cubicBezTo>
                <a:lnTo>
                  <a:pt x="8903" y="15634"/>
                </a:lnTo>
                <a:lnTo>
                  <a:pt x="11758" y="14697"/>
                </a:lnTo>
                <a:lnTo>
                  <a:pt x="11204" y="13078"/>
                </a:lnTo>
                <a:cubicBezTo>
                  <a:pt x="11715" y="12737"/>
                  <a:pt x="12183" y="12311"/>
                  <a:pt x="12567" y="11800"/>
                </a:cubicBezTo>
                <a:lnTo>
                  <a:pt x="14143" y="12567"/>
                </a:lnTo>
                <a:lnTo>
                  <a:pt x="15464" y="9926"/>
                </a:lnTo>
                <a:lnTo>
                  <a:pt x="13760" y="9074"/>
                </a:lnTo>
                <a:cubicBezTo>
                  <a:pt x="13887" y="8520"/>
                  <a:pt x="13887" y="7924"/>
                  <a:pt x="13845" y="7327"/>
                </a:cubicBezTo>
                <a:lnTo>
                  <a:pt x="15677" y="6731"/>
                </a:lnTo>
                <a:lnTo>
                  <a:pt x="14697" y="3919"/>
                </a:lnTo>
                <a:lnTo>
                  <a:pt x="12865" y="4558"/>
                </a:lnTo>
                <a:cubicBezTo>
                  <a:pt x="12524" y="4090"/>
                  <a:pt x="12183" y="3664"/>
                  <a:pt x="11758" y="3280"/>
                </a:cubicBezTo>
                <a:lnTo>
                  <a:pt x="12609" y="1534"/>
                </a:lnTo>
                <a:lnTo>
                  <a:pt x="9926" y="213"/>
                </a:lnTo>
                <a:lnTo>
                  <a:pt x="9074" y="1917"/>
                </a:lnTo>
                <a:cubicBezTo>
                  <a:pt x="8658" y="1821"/>
                  <a:pt x="8219" y="1774"/>
                  <a:pt x="7792" y="1774"/>
                </a:cubicBezTo>
                <a:cubicBezTo>
                  <a:pt x="7649" y="1774"/>
                  <a:pt x="7508" y="1779"/>
                  <a:pt x="7370" y="1789"/>
                </a:cubicBezTo>
                <a:lnTo>
                  <a:pt x="67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2" name="Google Shape;382;p27"/>
          <p:cNvSpPr/>
          <p:nvPr/>
        </p:nvSpPr>
        <p:spPr>
          <a:xfrm>
            <a:off x="6406139" y="804152"/>
            <a:ext cx="267858" cy="59329"/>
          </a:xfrm>
          <a:custGeom>
            <a:avLst/>
            <a:gdLst/>
            <a:ahLst/>
            <a:cxnLst/>
            <a:rect l="l" t="t" r="r" b="b"/>
            <a:pathLst>
              <a:path w="5964" h="1321" extrusionOk="0">
                <a:moveTo>
                  <a:pt x="0" y="0"/>
                </a:moveTo>
                <a:lnTo>
                  <a:pt x="0" y="1321"/>
                </a:lnTo>
                <a:lnTo>
                  <a:pt x="5964" y="1321"/>
                </a:lnTo>
                <a:lnTo>
                  <a:pt x="596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6828947" y="804152"/>
            <a:ext cx="1568883" cy="59329"/>
          </a:xfrm>
          <a:custGeom>
            <a:avLst/>
            <a:gdLst/>
            <a:ahLst/>
            <a:cxnLst/>
            <a:rect l="l" t="t" r="r" b="b"/>
            <a:pathLst>
              <a:path w="34932" h="1321" extrusionOk="0">
                <a:moveTo>
                  <a:pt x="0" y="0"/>
                </a:moveTo>
                <a:lnTo>
                  <a:pt x="0" y="1321"/>
                </a:lnTo>
                <a:lnTo>
                  <a:pt x="34931" y="1321"/>
                </a:lnTo>
                <a:lnTo>
                  <a:pt x="349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6406139" y="983982"/>
            <a:ext cx="267858" cy="61261"/>
          </a:xfrm>
          <a:custGeom>
            <a:avLst/>
            <a:gdLst/>
            <a:ahLst/>
            <a:cxnLst/>
            <a:rect l="l" t="t" r="r" b="b"/>
            <a:pathLst>
              <a:path w="5964" h="1364" extrusionOk="0">
                <a:moveTo>
                  <a:pt x="0" y="0"/>
                </a:moveTo>
                <a:lnTo>
                  <a:pt x="0" y="1364"/>
                </a:lnTo>
                <a:lnTo>
                  <a:pt x="5964" y="1364"/>
                </a:lnTo>
                <a:lnTo>
                  <a:pt x="596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6828947" y="983982"/>
            <a:ext cx="1568883" cy="61261"/>
          </a:xfrm>
          <a:custGeom>
            <a:avLst/>
            <a:gdLst/>
            <a:ahLst/>
            <a:cxnLst/>
            <a:rect l="l" t="t" r="r" b="b"/>
            <a:pathLst>
              <a:path w="34932" h="1364" extrusionOk="0">
                <a:moveTo>
                  <a:pt x="0" y="0"/>
                </a:moveTo>
                <a:lnTo>
                  <a:pt x="0" y="1364"/>
                </a:lnTo>
                <a:lnTo>
                  <a:pt x="34931" y="1364"/>
                </a:lnTo>
                <a:lnTo>
                  <a:pt x="3493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6406139" y="1165742"/>
            <a:ext cx="267858" cy="59329"/>
          </a:xfrm>
          <a:custGeom>
            <a:avLst/>
            <a:gdLst/>
            <a:ahLst/>
            <a:cxnLst/>
            <a:rect l="l" t="t" r="r" b="b"/>
            <a:pathLst>
              <a:path w="5964" h="1321" extrusionOk="0">
                <a:moveTo>
                  <a:pt x="0" y="0"/>
                </a:moveTo>
                <a:lnTo>
                  <a:pt x="0" y="1321"/>
                </a:lnTo>
                <a:lnTo>
                  <a:pt x="5964" y="1321"/>
                </a:lnTo>
                <a:lnTo>
                  <a:pt x="596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6828947" y="1165742"/>
            <a:ext cx="991084" cy="59329"/>
          </a:xfrm>
          <a:custGeom>
            <a:avLst/>
            <a:gdLst/>
            <a:ahLst/>
            <a:cxnLst/>
            <a:rect l="l" t="t" r="r" b="b"/>
            <a:pathLst>
              <a:path w="22067" h="1321" extrusionOk="0">
                <a:moveTo>
                  <a:pt x="0" y="0"/>
                </a:moveTo>
                <a:lnTo>
                  <a:pt x="0" y="1321"/>
                </a:lnTo>
                <a:lnTo>
                  <a:pt x="22066" y="1321"/>
                </a:lnTo>
                <a:lnTo>
                  <a:pt x="220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6406139" y="1347503"/>
            <a:ext cx="267858" cy="59329"/>
          </a:xfrm>
          <a:custGeom>
            <a:avLst/>
            <a:gdLst/>
            <a:ahLst/>
            <a:cxnLst/>
            <a:rect l="l" t="t" r="r" b="b"/>
            <a:pathLst>
              <a:path w="5964" h="1321" extrusionOk="0">
                <a:moveTo>
                  <a:pt x="0" y="0"/>
                </a:moveTo>
                <a:lnTo>
                  <a:pt x="0" y="1321"/>
                </a:lnTo>
                <a:lnTo>
                  <a:pt x="5964" y="1321"/>
                </a:lnTo>
                <a:lnTo>
                  <a:pt x="5964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6828947" y="1347503"/>
            <a:ext cx="991084" cy="59329"/>
          </a:xfrm>
          <a:custGeom>
            <a:avLst/>
            <a:gdLst/>
            <a:ahLst/>
            <a:cxnLst/>
            <a:rect l="l" t="t" r="r" b="b"/>
            <a:pathLst>
              <a:path w="22067" h="1321" extrusionOk="0">
                <a:moveTo>
                  <a:pt x="0" y="0"/>
                </a:moveTo>
                <a:lnTo>
                  <a:pt x="0" y="1321"/>
                </a:lnTo>
                <a:lnTo>
                  <a:pt x="22066" y="1321"/>
                </a:lnTo>
                <a:lnTo>
                  <a:pt x="220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6101900" y="869185"/>
            <a:ext cx="141654" cy="552963"/>
          </a:xfrm>
          <a:custGeom>
            <a:avLst/>
            <a:gdLst/>
            <a:ahLst/>
            <a:cxnLst/>
            <a:rect l="l" t="t" r="r" b="b"/>
            <a:pathLst>
              <a:path w="3154" h="12312" fill="none" extrusionOk="0">
                <a:moveTo>
                  <a:pt x="3153" y="12311"/>
                </a:moveTo>
                <a:lnTo>
                  <a:pt x="1" y="12311"/>
                </a:lnTo>
                <a:lnTo>
                  <a:pt x="1" y="0"/>
                </a:lnTo>
                <a:lnTo>
                  <a:pt x="3068" y="0"/>
                </a:lnTo>
              </a:path>
            </a:pathLst>
          </a:custGeom>
          <a:solidFill>
            <a:schemeClr val="accent1"/>
          </a:solidFill>
          <a:ln w="13850" cap="flat" cmpd="sng">
            <a:solidFill>
              <a:schemeClr val="accent1"/>
            </a:solidFill>
            <a:prstDash val="solid"/>
            <a:miter lim="4259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523596" y="911573"/>
            <a:ext cx="1335660" cy="80014"/>
          </a:xfrm>
          <a:custGeom>
            <a:avLst/>
            <a:gdLst/>
            <a:ahLst/>
            <a:cxnLst/>
            <a:rect l="l" t="t" r="r" b="b"/>
            <a:pathLst>
              <a:path w="22067" h="1322" extrusionOk="0">
                <a:moveTo>
                  <a:pt x="0" y="1"/>
                </a:moveTo>
                <a:lnTo>
                  <a:pt x="0" y="1321"/>
                </a:lnTo>
                <a:lnTo>
                  <a:pt x="22066" y="1321"/>
                </a:lnTo>
                <a:lnTo>
                  <a:pt x="2206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523596" y="1153907"/>
            <a:ext cx="1335660" cy="82617"/>
          </a:xfrm>
          <a:custGeom>
            <a:avLst/>
            <a:gdLst/>
            <a:ahLst/>
            <a:cxnLst/>
            <a:rect l="l" t="t" r="r" b="b"/>
            <a:pathLst>
              <a:path w="22067" h="1365" extrusionOk="0">
                <a:moveTo>
                  <a:pt x="0" y="1"/>
                </a:moveTo>
                <a:lnTo>
                  <a:pt x="0" y="1364"/>
                </a:lnTo>
                <a:lnTo>
                  <a:pt x="22066" y="1364"/>
                </a:lnTo>
                <a:lnTo>
                  <a:pt x="2206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6580967" y="2995135"/>
            <a:ext cx="1929800" cy="381875"/>
          </a:xfrm>
          <a:custGeom>
            <a:avLst/>
            <a:gdLst/>
            <a:ahLst/>
            <a:cxnLst/>
            <a:rect l="l" t="t" r="r" b="b"/>
            <a:pathLst>
              <a:path w="60278" h="11928" fill="none" extrusionOk="0">
                <a:moveTo>
                  <a:pt x="0" y="0"/>
                </a:moveTo>
                <a:lnTo>
                  <a:pt x="60277" y="0"/>
                </a:lnTo>
                <a:lnTo>
                  <a:pt x="60277" y="11928"/>
                </a:lnTo>
                <a:lnTo>
                  <a:pt x="0" y="11928"/>
                </a:lnTo>
                <a:close/>
              </a:path>
            </a:pathLst>
          </a:custGeom>
          <a:solidFill>
            <a:schemeClr val="accent1"/>
          </a:solidFill>
          <a:ln w="13850" cap="flat" cmpd="sng">
            <a:solidFill>
              <a:schemeClr val="accent1"/>
            </a:solidFill>
            <a:prstDash val="solid"/>
            <a:miter lim="4259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7"/>
          <p:cNvSpPr txBox="1">
            <a:spLocks noGrp="1"/>
          </p:cNvSpPr>
          <p:nvPr>
            <p:ph type="subTitle" idx="1"/>
          </p:nvPr>
        </p:nvSpPr>
        <p:spPr>
          <a:xfrm>
            <a:off x="2843250" y="1956510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800" dirty="0"/>
              <a:t>Хайде да преминем към платформата!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 PROPOS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8FFD5"/>
      </a:accent1>
      <a:accent2>
        <a:srgbClr val="48FFD5"/>
      </a:accent2>
      <a:accent3>
        <a:srgbClr val="48FFD5"/>
      </a:accent3>
      <a:accent4>
        <a:srgbClr val="48FFD5"/>
      </a:accent4>
      <a:accent5>
        <a:srgbClr val="48FFD5"/>
      </a:accent5>
      <a:accent6>
        <a:srgbClr val="48FFD5"/>
      </a:accent6>
      <a:hlink>
        <a:srgbClr val="48FFD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</Words>
  <Application>Microsoft Office PowerPoint</Application>
  <PresentationFormat>On-screen Show (16:9)</PresentationFormat>
  <Paragraphs>29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WEB PROPOSAL</vt:lpstr>
      <vt:lpstr>NEXUS</vt:lpstr>
      <vt:lpstr>Съдържание</vt:lpstr>
      <vt:lpstr>Отборът ни</vt:lpstr>
      <vt:lpstr>Идеята ни</vt:lpstr>
      <vt:lpstr>Етапи на планиране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PCX</dc:creator>
  <cp:lastModifiedBy>Todor Stamboliev</cp:lastModifiedBy>
  <cp:revision>55</cp:revision>
  <dcterms:modified xsi:type="dcterms:W3CDTF">2025-03-25T19:24:48Z</dcterms:modified>
</cp:coreProperties>
</file>